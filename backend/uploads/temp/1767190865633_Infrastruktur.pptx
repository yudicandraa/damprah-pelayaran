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1.jpg" ContentType="image/jpg"/>
  <Override PartName="/ppt/media/image22.jpg" ContentType="image/jpg"/>
  <Override PartName="/ppt/media/image23.jpg" ContentType="image/jp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556" r:id="rId2"/>
    <p:sldId id="558" r:id="rId3"/>
    <p:sldId id="551" r:id="rId4"/>
    <p:sldId id="552" r:id="rId5"/>
    <p:sldId id="553" r:id="rId6"/>
    <p:sldId id="550" r:id="rId7"/>
    <p:sldId id="549" r:id="rId8"/>
    <p:sldId id="554" r:id="rId9"/>
    <p:sldId id="555" r:id="rId10"/>
    <p:sldId id="5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C45"/>
    <a:srgbClr val="DCEAF7"/>
    <a:srgbClr val="1F48FF"/>
    <a:srgbClr val="0B66D9"/>
    <a:srgbClr val="001B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1" autoAdjust="0"/>
    <p:restoredTop sz="95989" autoAdjust="0"/>
  </p:normalViewPr>
  <p:slideViewPr>
    <p:cSldViewPr snapToGrid="0">
      <p:cViewPr varScale="1">
        <p:scale>
          <a:sx n="102" d="100"/>
          <a:sy n="102" d="100"/>
        </p:scale>
        <p:origin x="7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7EA6E-3E3A-481C-86F0-2C917AA6BC9A}" type="datetimeFigureOut">
              <a:rPr lang="en-ID" smtClean="0"/>
              <a:t>19/12/2025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5C4EFE-0A37-4059-B420-EE20DB5AFDD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13871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C4EFE-0A37-4059-B420-EE20DB5AFDD4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3650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C4EFE-0A37-4059-B420-EE20DB5AFDD4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39568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1C592-57D9-DD63-2C5B-358B7284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8501A-58BF-599F-86A9-18C218C9C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869E2-6342-FC2E-1673-4DC05DD0C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Kalo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foto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C3FC2-334C-F123-D69B-E573A222E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C4EFE-0A37-4059-B420-EE20DB5AFDD4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7278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5D66-A867-527D-FA3D-C6E7C0E8E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40142-2EA1-5D20-3BE9-B08A7AF23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B6083-2FCA-D256-B874-9836BB4E6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Kalo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foto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25E84-0E9D-EA39-E545-184EA815F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C4EFE-0A37-4059-B420-EE20DB5AFDD4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5592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E03A2-828C-22F5-F329-5342228FB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D0C9D-6347-C8DC-DF3A-8DBC4D983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AE420-0AED-B421-DB4E-2414D4198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BEBC6-5954-06CE-06B3-5CA06F6D2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C4EFE-0A37-4059-B420-EE20DB5AFDD4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3329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EB53-A10B-FBC8-FFCD-4A23816AE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630B8-4494-A080-9231-04F732392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BC35F-7E10-118D-365E-C9837B99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E674-5D50-43A1-B2DC-E6BA714899D2}" type="datetime1">
              <a:rPr lang="en-ID" smtClean="0"/>
              <a:t>19/12/2025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5018D-D3C0-7B58-E9EF-3E426CD95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10022-7C6A-6B44-1946-72590DD51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1E5F-45E6-48A4-B9C3-ACF3FFDA00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050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DC1A9-C2CA-1D9D-5264-00BE4E626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2F56A-2646-0385-DE39-12F636F0D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3FA62-61F7-9102-B4EA-A18105E64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9A64-1C20-4694-BB0D-B71B7E6B6B01}" type="datetime1">
              <a:rPr lang="en-ID" smtClean="0"/>
              <a:t>19/12/2025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FC282-6DDD-7314-26AB-198BF00F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E2E7E-7C81-8213-3FEA-7061EE67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1E5F-45E6-48A4-B9C3-ACF3FFDA00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039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9ADBD-B2D4-E4BC-48F3-FC0909595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85FED-344C-4768-B3FB-3F21CB397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7C689-E77E-9E11-8281-A902F7494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14894-625C-4C2D-A938-DA9D78D8C210}" type="datetime1">
              <a:rPr lang="en-ID" smtClean="0"/>
              <a:t>19/12/2025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455B0-FE38-549D-93C5-FA6C1DDB6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81DDE-5BCB-8750-0E3C-B99D9587F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1E5F-45E6-48A4-B9C3-ACF3FFDA00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6996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B806E-9471-DF81-7EF8-74E185F0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E546F-F264-6BC0-7322-20BBB4B3B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2FAB2-C141-1829-7A15-123616601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0B90-C808-CAB4-39A5-7CEC3D86E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E9352-67D2-4116-A1BD-CBD36C088E14}" type="datetime1">
              <a:rPr lang="en-ID" smtClean="0"/>
              <a:t>19/12/2025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ADF7E-B1EA-FC6E-3F0E-66741DF36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43A62-6790-2E06-F704-53F39AF34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1E5F-45E6-48A4-B9C3-ACF3FFDA00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3032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5EFB6-F1CD-60AC-B0FA-0BEBB9743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CBED1-BD52-8124-E4C4-AE8AAB4A7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4528E-BE3A-47BA-588C-80EFE2FB0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96C629-C41D-930D-89D0-B8BC95177D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B54FFB-505E-0F8F-AA9E-27E3C3F777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E68F53-B3AA-A3D7-58D4-8FC44020C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466F6-310A-480B-BB44-4B2B9E891531}" type="datetime1">
              <a:rPr lang="en-ID" smtClean="0"/>
              <a:t>19/12/2025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C5035B-E751-828C-7B67-76741E04F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E3AECE-7F8B-403F-3ABE-B7FB25C0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1E5F-45E6-48A4-B9C3-ACF3FFDA00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923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E989-64A0-E6BC-1E5A-47565C3B9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3529F4-629A-D26E-9FD9-180009501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08F1-DAAF-4550-8A02-E7120358F463}" type="datetime1">
              <a:rPr lang="en-ID" smtClean="0"/>
              <a:t>19/12/2025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31FA3-7BA9-A61C-6E66-258201BC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89932-263B-20A1-8259-4636A81C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1E5F-45E6-48A4-B9C3-ACF3FFDA00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5097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C87F87-1904-9B07-CAD1-BDE56C5D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85998-2BDC-4031-B174-827232EC285C}" type="datetime1">
              <a:rPr lang="en-ID" smtClean="0"/>
              <a:t>19/12/2025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E3BF59-F884-D72B-31DD-BC5FA152E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51FA9-551C-B0D5-A4A9-B298E2C2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1E5F-45E6-48A4-B9C3-ACF3FFDA00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949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855B5-C692-B4CA-40AE-4758FFD6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49B35-8BC7-DB8D-7D37-3D19F405F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864EE-7305-E761-2267-D46855CF8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4224F-FC20-5DBD-F94B-DBD0D7699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68DA-BF0A-4554-A0A7-D755FE7CDAEF}" type="datetime1">
              <a:rPr lang="en-ID" smtClean="0"/>
              <a:t>19/12/2025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ACC1A-6F38-427C-90E4-091BEA14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8FDAA-56BA-E0C6-BE07-4903EAA2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1E5F-45E6-48A4-B9C3-ACF3FFDA00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82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AF4B0-3AF6-31B3-7EB0-9CD6FF943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2B9C10-3B72-D08B-4C09-AB50461FA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F4C88-F7DE-FB7E-C4EE-F120095EE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301DC-C6DC-0573-1405-BCE1CAE34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5FD4-62DB-4597-A6F7-8BFD8F765D97}" type="datetime1">
              <a:rPr lang="en-ID" smtClean="0"/>
              <a:t>19/12/2025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196B1-047C-0BF8-05CA-597A41F5E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53C8D-FED9-50CC-9652-3F3E3C468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1E5F-45E6-48A4-B9C3-ACF3FFDA00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794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C70E-1BB5-3614-D9AF-E5344BCD0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C1397-0B32-EF61-D75F-CF6AC3148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7CE7F-0D4C-1B88-93A5-7BFCBD45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494A-16B7-4EB1-81F0-0938003C8975}" type="datetime1">
              <a:rPr lang="en-ID" smtClean="0"/>
              <a:t>19/12/2025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17B15-0683-50A7-B49C-F79004439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11B8E-CC48-8FA7-86E2-890C57100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1E5F-45E6-48A4-B9C3-ACF3FFDA00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482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D6A413-3F8A-6741-4944-A9BCE47D7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3656E-0D5D-EFAF-D199-36B87FF2F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7B826-5193-A484-4D22-5855200B9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5A3D-2711-46AE-AB1A-48D4C80D5604}" type="datetime1">
              <a:rPr lang="en-ID" smtClean="0"/>
              <a:t>19/12/2025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A8D03-4C57-57BF-FAD9-A28C284C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AF370-8989-48C0-030E-9F0E73F7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1E5F-45E6-48A4-B9C3-ACF3FFDA00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248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3295BB-9B13-54EC-14F8-F488D7F5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33F2E-E3AB-F272-6C03-9A0634049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2AA4A-3DF0-F21F-BF39-11BAC35E4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525F5-CD73-4618-9793-8659F630C6D0}" type="datetime1">
              <a:rPr lang="en-ID" smtClean="0"/>
              <a:t>19/12/2025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20339-8741-34EA-77C6-C1BA04D6BD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2385E-2945-612C-A9E3-B62ACC983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71E5F-45E6-48A4-B9C3-ACF3FFDA009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191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sv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12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microsoft.com/office/2007/relationships/hdphoto" Target="../media/hdphoto1.wdp"/><Relationship Id="rId3" Type="http://schemas.openxmlformats.org/officeDocument/2006/relationships/image" Target="../media/image15.jpg"/><Relationship Id="rId7" Type="http://schemas.openxmlformats.org/officeDocument/2006/relationships/image" Target="../media/image2.png"/><Relationship Id="rId12" Type="http://schemas.openxmlformats.org/officeDocument/2006/relationships/image" Target="../media/image20.png"/><Relationship Id="rId2" Type="http://schemas.openxmlformats.org/officeDocument/2006/relationships/image" Target="../media/image14.jpg"/><Relationship Id="rId16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g"/><Relationship Id="rId11" Type="http://schemas.openxmlformats.org/officeDocument/2006/relationships/image" Target="../media/image19.jpg"/><Relationship Id="rId5" Type="http://schemas.openxmlformats.org/officeDocument/2006/relationships/image" Target="../media/image17.jpg"/><Relationship Id="rId15" Type="http://schemas.openxmlformats.org/officeDocument/2006/relationships/image" Target="../media/image22.jpg"/><Relationship Id="rId10" Type="http://schemas.openxmlformats.org/officeDocument/2006/relationships/image" Target="../media/image5.svg"/><Relationship Id="rId4" Type="http://schemas.openxmlformats.org/officeDocument/2006/relationships/image" Target="../media/image16.jpg"/><Relationship Id="rId9" Type="http://schemas.openxmlformats.org/officeDocument/2006/relationships/image" Target="../media/image4.png"/><Relationship Id="rId1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.pn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.pn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31.jpeg"/><Relationship Id="rId4" Type="http://schemas.openxmlformats.org/officeDocument/2006/relationships/image" Target="../media/image3.svg"/><Relationship Id="rId9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cars parked in a parking lot&#10;&#10;AI-generated content may be incorrect.">
            <a:extLst>
              <a:ext uri="{FF2B5EF4-FFF2-40B4-BE49-F238E27FC236}">
                <a16:creationId xmlns:a16="http://schemas.microsoft.com/office/drawing/2014/main" id="{E6A271D7-2B3D-95AA-B671-36F341402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E1F26F4-155C-8161-B451-8A116736604B}"/>
              </a:ext>
            </a:extLst>
          </p:cNvPr>
          <p:cNvSpPr/>
          <p:nvPr/>
        </p:nvSpPr>
        <p:spPr>
          <a:xfrm>
            <a:off x="923827" y="4950464"/>
            <a:ext cx="4157220" cy="659876"/>
          </a:xfrm>
          <a:prstGeom prst="rect">
            <a:avLst/>
          </a:prstGeom>
          <a:solidFill>
            <a:srgbClr val="1F4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4B17E-EB4B-1AC9-EFA2-31BED9FE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71E5F-45E6-48A4-B9C3-ACF3FFDA0099}" type="slidenum">
              <a:rPr lang="en-ID" smtClean="0"/>
              <a:t>1</a:t>
            </a:fld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E9AE21-F9D8-1560-32A9-1DEDE951D1D7}"/>
              </a:ext>
            </a:extLst>
          </p:cNvPr>
          <p:cNvSpPr/>
          <p:nvPr/>
        </p:nvSpPr>
        <p:spPr>
          <a:xfrm>
            <a:off x="1168441" y="4988014"/>
            <a:ext cx="366799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 </a:t>
            </a:r>
            <a:r>
              <a:rPr lang="en-US" sz="3200" b="0" cap="none" spc="0" dirty="0" err="1">
                <a:ln w="0"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Desember</a:t>
            </a:r>
            <a:r>
              <a:rPr lang="en-US" sz="3200" b="0" cap="none" spc="0" dirty="0">
                <a:ln w="0"/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814964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84D73-230F-C35F-09C9-0A4DA52C1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094878-CD21-9A9E-DD56-48BCC6A83767}"/>
              </a:ext>
            </a:extLst>
          </p:cNvPr>
          <p:cNvSpPr/>
          <p:nvPr/>
        </p:nvSpPr>
        <p:spPr>
          <a:xfrm>
            <a:off x="0" y="1498528"/>
            <a:ext cx="12192000" cy="4887776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FA5365A-304C-A920-A4D7-84050FA54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377744"/>
            <a:ext cx="1066800" cy="40187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F8772A6-960C-6BA1-BC6D-FE57FA2D0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4000" y="377744"/>
            <a:ext cx="1168400" cy="3025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A128A8-0993-597C-38CD-7299D069AAA6}"/>
              </a:ext>
            </a:extLst>
          </p:cNvPr>
          <p:cNvSpPr txBox="1"/>
          <p:nvPr/>
        </p:nvSpPr>
        <p:spPr>
          <a:xfrm>
            <a:off x="3400030" y="406279"/>
            <a:ext cx="53919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Prasarana dan Sarana </a:t>
            </a:r>
            <a:r>
              <a:rPr lang="en-US" sz="2800" b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Perhubungan</a:t>
            </a:r>
            <a:endParaRPr lang="en-US" sz="2800" b="1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99C780-22A4-9A8C-673C-934F9CBF521E}"/>
              </a:ext>
            </a:extLst>
          </p:cNvPr>
          <p:cNvSpPr txBox="1"/>
          <p:nvPr/>
        </p:nvSpPr>
        <p:spPr>
          <a:xfrm>
            <a:off x="481969" y="6464208"/>
            <a:ext cx="1423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tanggap</a:t>
            </a:r>
            <a:r>
              <a:rPr lang="en-US" sz="1200" b="1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darurat</a:t>
            </a:r>
            <a:endParaRPr lang="en-US" sz="1200" b="1" i="1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A963E2F3-24DF-EFD3-F5CB-D8FDEB64E056}"/>
              </a:ext>
            </a:extLst>
          </p:cNvPr>
          <p:cNvSpPr txBox="1">
            <a:spLocks/>
          </p:cNvSpPr>
          <p:nvPr/>
        </p:nvSpPr>
        <p:spPr>
          <a:xfrm>
            <a:off x="11391899" y="6413500"/>
            <a:ext cx="371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5471E5F-45E6-48A4-B9C3-ACF3FFDA0099}" type="slidenum">
              <a:rPr lang="en-ID" smtClean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2</a:t>
            </a:fld>
            <a:endParaRPr lang="en-ID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2FFECFA-1FDC-B165-9912-2B5DA2BEB69F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905000" y="6602708"/>
            <a:ext cx="9391650" cy="0"/>
          </a:xfrm>
          <a:prstGeom prst="line">
            <a:avLst/>
          </a:prstGeom>
          <a:ln w="12700">
            <a:solidFill>
              <a:srgbClr val="0B6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33CB964-C8DC-3A76-CC40-5E7380E6E80E}"/>
              </a:ext>
            </a:extLst>
          </p:cNvPr>
          <p:cNvSpPr txBox="1"/>
          <p:nvPr/>
        </p:nvSpPr>
        <p:spPr>
          <a:xfrm>
            <a:off x="7112426" y="2489082"/>
            <a:ext cx="335908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20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lang="en-US" sz="3200" b="1" dirty="0" err="1">
                <a:solidFill>
                  <a:srgbClr val="020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Estimasi</a:t>
            </a:r>
            <a:r>
              <a:rPr lang="en-US" sz="3200" b="1" dirty="0">
                <a:solidFill>
                  <a:srgbClr val="020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20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Biaya</a:t>
            </a:r>
            <a:r>
              <a:rPr lang="en-US" sz="3200" b="1" dirty="0">
                <a:solidFill>
                  <a:srgbClr val="020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20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Infrastruktur</a:t>
            </a:r>
            <a:r>
              <a:rPr lang="en-US" sz="3200" b="1" dirty="0">
                <a:solidFill>
                  <a:srgbClr val="020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20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Perhubungan</a:t>
            </a:r>
            <a:r>
              <a:rPr lang="en-US" sz="3200" b="1" dirty="0">
                <a:solidFill>
                  <a:srgbClr val="020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2C8EA8-D6F2-23D5-FC98-CBDE8EA0FFB4}"/>
              </a:ext>
            </a:extLst>
          </p:cNvPr>
          <p:cNvSpPr txBox="1"/>
          <p:nvPr/>
        </p:nvSpPr>
        <p:spPr>
          <a:xfrm>
            <a:off x="7112426" y="4620435"/>
            <a:ext cx="353986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Rp. 872,3 M</a:t>
            </a:r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5626BEC5-FBFA-D24A-9163-461BAE738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674690"/>
              </p:ext>
            </p:extLst>
          </p:nvPr>
        </p:nvGraphicFramePr>
        <p:xfrm>
          <a:off x="1060150" y="1876941"/>
          <a:ext cx="5540675" cy="4130949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592193">
                  <a:extLst>
                    <a:ext uri="{9D8B030D-6E8A-4147-A177-3AD203B41FA5}">
                      <a16:colId xmlns:a16="http://schemas.microsoft.com/office/drawing/2014/main" val="1189276779"/>
                    </a:ext>
                  </a:extLst>
                </a:gridCol>
                <a:gridCol w="3537819">
                  <a:extLst>
                    <a:ext uri="{9D8B030D-6E8A-4147-A177-3AD203B41FA5}">
                      <a16:colId xmlns:a16="http://schemas.microsoft.com/office/drawing/2014/main" val="2850918746"/>
                    </a:ext>
                  </a:extLst>
                </a:gridCol>
                <a:gridCol w="1410663">
                  <a:extLst>
                    <a:ext uri="{9D8B030D-6E8A-4147-A177-3AD203B41FA5}">
                      <a16:colId xmlns:a16="http://schemas.microsoft.com/office/drawing/2014/main" val="754166904"/>
                    </a:ext>
                  </a:extLst>
                </a:gridCol>
              </a:tblGrid>
              <a:tr h="40614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D" sz="1400" b="0" dirty="0">
                        <a:solidFill>
                          <a:srgbClr val="020C4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Sarana &amp; Prasarana</a:t>
                      </a:r>
                      <a:endParaRPr lang="en-ID" sz="1400" b="0" dirty="0">
                        <a:solidFill>
                          <a:srgbClr val="020C4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Estimasi</a:t>
                      </a:r>
                      <a:r>
                        <a:rPr lang="en-US" sz="1400" b="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Biaya</a:t>
                      </a:r>
                      <a:endParaRPr lang="en-ID" sz="1400" b="0" dirty="0">
                        <a:solidFill>
                          <a:srgbClr val="020C4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9113286"/>
                  </a:ext>
                </a:extLst>
              </a:tr>
              <a:tr h="465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400" dirty="0">
                        <a:solidFill>
                          <a:srgbClr val="020C4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Prasarana Terminal</a:t>
                      </a:r>
                    </a:p>
                  </a:txBody>
                  <a:tcPr marL="6753" marR="6753" marT="6753" marB="0" anchor="ctr"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Rp. 23 M</a:t>
                      </a:r>
                    </a:p>
                  </a:txBody>
                  <a:tcPr marL="6753" marR="6753" marT="6753" marB="0" anchor="ctr"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828048"/>
                  </a:ext>
                </a:extLst>
              </a:tr>
              <a:tr h="465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400" dirty="0">
                        <a:solidFill>
                          <a:srgbClr val="020C4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Prasarana Bandara</a:t>
                      </a:r>
                    </a:p>
                  </a:txBody>
                  <a:tcPr marL="6753" marR="6753" marT="675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Rp. 5 M</a:t>
                      </a:r>
                    </a:p>
                  </a:txBody>
                  <a:tcPr marL="6753" marR="6753" marT="675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49720"/>
                  </a:ext>
                </a:extLst>
              </a:tr>
              <a:tr h="465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D" sz="1400" dirty="0">
                        <a:solidFill>
                          <a:srgbClr val="020C4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Prasarana Pelabuhan</a:t>
                      </a:r>
                    </a:p>
                  </a:txBody>
                  <a:tcPr marL="6753" marR="6753" marT="675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Rp. 43 M</a:t>
                      </a:r>
                    </a:p>
                  </a:txBody>
                  <a:tcPr marL="6753" marR="6753" marT="675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84556"/>
                  </a:ext>
                </a:extLst>
              </a:tr>
              <a:tr h="465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400" dirty="0">
                        <a:solidFill>
                          <a:srgbClr val="020C4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Prasarana </a:t>
                      </a:r>
                      <a:r>
                        <a:rPr lang="en-US" sz="1400" dirty="0" err="1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Perkeretaapian</a:t>
                      </a:r>
                      <a:endParaRPr lang="en-ID" sz="1400" dirty="0">
                        <a:solidFill>
                          <a:srgbClr val="020C4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Rp. 601,5 M</a:t>
                      </a:r>
                    </a:p>
                  </a:txBody>
                  <a:tcPr marL="6753" marR="6753" marT="675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298723"/>
                  </a:ext>
                </a:extLst>
              </a:tr>
              <a:tr h="465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D" sz="1400" dirty="0">
                        <a:solidFill>
                          <a:srgbClr val="020C4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Prasarana Gedung </a:t>
                      </a:r>
                      <a:r>
                        <a:rPr lang="en-ID" sz="1400" dirty="0" err="1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Pengujian</a:t>
                      </a: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dirty="0" err="1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Kendaraan</a:t>
                      </a: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dirty="0" err="1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Bermotor</a:t>
                      </a:r>
                      <a:endParaRPr lang="en-ID" sz="1400" dirty="0">
                        <a:solidFill>
                          <a:srgbClr val="020C4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Rp. 51 M</a:t>
                      </a:r>
                    </a:p>
                  </a:txBody>
                  <a:tcPr marL="6753" marR="6753" marT="675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29943"/>
                  </a:ext>
                </a:extLst>
              </a:tr>
              <a:tr h="465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400" dirty="0">
                        <a:solidFill>
                          <a:srgbClr val="020C4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sv-SE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Prasarana Fasilitas Perlengkapan Jalan (Marka &amp; Guardrail)</a:t>
                      </a:r>
                    </a:p>
                  </a:txBody>
                  <a:tcPr marL="6753" marR="6753" marT="675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Rp. 24 M</a:t>
                      </a:r>
                    </a:p>
                  </a:txBody>
                  <a:tcPr marL="6753" marR="6753" marT="675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598224"/>
                  </a:ext>
                </a:extLst>
              </a:tr>
              <a:tr h="465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D" sz="1400" dirty="0">
                        <a:solidFill>
                          <a:srgbClr val="020C4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Prasarana </a:t>
                      </a:r>
                      <a:r>
                        <a:rPr lang="en-ID" sz="1400" dirty="0" err="1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Fasilitas</a:t>
                      </a: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dirty="0" err="1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Perlengkapan</a:t>
                      </a: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Jalan </a:t>
                      </a:r>
                    </a:p>
                    <a:p>
                      <a:pPr algn="l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ID" sz="1400" dirty="0" err="1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Rambu</a:t>
                      </a: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APJ, Delineator, TL, </a:t>
                      </a:r>
                      <a:r>
                        <a:rPr lang="en-ID" sz="1400" dirty="0" err="1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Cermin</a:t>
                      </a: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ID" sz="1400" dirty="0" err="1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dll</a:t>
                      </a: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6753" marR="6753" marT="675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Rp. 24 M</a:t>
                      </a:r>
                    </a:p>
                  </a:txBody>
                  <a:tcPr marL="6753" marR="6753" marT="675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129780"/>
                  </a:ext>
                </a:extLst>
              </a:tr>
              <a:tr h="465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D" sz="1400" dirty="0">
                        <a:solidFill>
                          <a:srgbClr val="020C4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Sarana Mobil </a:t>
                      </a:r>
                      <a:r>
                        <a:rPr lang="en-ID" sz="1400" dirty="0" err="1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Patroli</a:t>
                      </a: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Bus </a:t>
                      </a:r>
                      <a:r>
                        <a:rPr lang="en-ID" sz="1400" dirty="0" err="1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Sekolah</a:t>
                      </a:r>
                      <a:endParaRPr lang="en-ID" sz="1400" dirty="0">
                        <a:solidFill>
                          <a:srgbClr val="020C45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100,8 M</a:t>
                      </a:r>
                    </a:p>
                  </a:txBody>
                  <a:tcPr marL="6753" marR="6753" marT="6753" marB="0" anchor="ctr"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787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042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84313-94A4-99AA-2C7C-5AF262150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B826ED6-E6E6-D48C-ED70-7E8831019BE8}"/>
              </a:ext>
            </a:extLst>
          </p:cNvPr>
          <p:cNvSpPr/>
          <p:nvPr/>
        </p:nvSpPr>
        <p:spPr>
          <a:xfrm>
            <a:off x="0" y="1362076"/>
            <a:ext cx="7292294" cy="5024228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A91409-A99F-44D3-D414-4F1920C6F541}"/>
              </a:ext>
            </a:extLst>
          </p:cNvPr>
          <p:cNvSpPr/>
          <p:nvPr/>
        </p:nvSpPr>
        <p:spPr>
          <a:xfrm>
            <a:off x="7292294" y="1362075"/>
            <a:ext cx="4914122" cy="5024228"/>
          </a:xfrm>
          <a:prstGeom prst="rect">
            <a:avLst/>
          </a:prstGeom>
          <a:solidFill>
            <a:srgbClr val="020C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13A46E5-1206-101E-5278-3E34BA05B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377744"/>
            <a:ext cx="1066800" cy="40187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8C33CDD-D269-DEAF-1988-D1B6482947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4000" y="377744"/>
            <a:ext cx="1168400" cy="3025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5AB7C7-BEF2-EBB5-D4B9-AA38F08AE949}"/>
              </a:ext>
            </a:extLst>
          </p:cNvPr>
          <p:cNvSpPr txBox="1"/>
          <p:nvPr/>
        </p:nvSpPr>
        <p:spPr>
          <a:xfrm>
            <a:off x="2756735" y="529031"/>
            <a:ext cx="6678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Prasarana Terminal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89E4A59-F3DB-9366-2359-72494AE3186D}"/>
              </a:ext>
            </a:extLst>
          </p:cNvPr>
          <p:cNvGrpSpPr/>
          <p:nvPr/>
        </p:nvGrpSpPr>
        <p:grpSpPr>
          <a:xfrm>
            <a:off x="390524" y="1808413"/>
            <a:ext cx="6676022" cy="2085566"/>
            <a:chOff x="390525" y="1808413"/>
            <a:chExt cx="6676022" cy="208556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BECDE6A-022B-26A5-2762-9B5B203C4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35" b="5308"/>
            <a:stretch>
              <a:fillRect/>
            </a:stretch>
          </p:blipFill>
          <p:spPr>
            <a:xfrm>
              <a:off x="390525" y="1808414"/>
              <a:ext cx="3135600" cy="208489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7D37C73-C08A-3A56-118E-2CA671E3B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657" b="9157"/>
            <a:stretch>
              <a:fillRect/>
            </a:stretch>
          </p:blipFill>
          <p:spPr>
            <a:xfrm>
              <a:off x="3554844" y="1808413"/>
              <a:ext cx="3511703" cy="208556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08A6D44-11E5-F434-39B7-0E6C1FD28952}"/>
              </a:ext>
            </a:extLst>
          </p:cNvPr>
          <p:cNvGrpSpPr/>
          <p:nvPr/>
        </p:nvGrpSpPr>
        <p:grpSpPr>
          <a:xfrm>
            <a:off x="390524" y="4285451"/>
            <a:ext cx="6676023" cy="1964360"/>
            <a:chOff x="390524" y="4285451"/>
            <a:chExt cx="6676023" cy="1964360"/>
          </a:xfrm>
        </p:grpSpPr>
        <p:pic>
          <p:nvPicPr>
            <p:cNvPr id="10" name="Picture 9" descr="A flooded hallway with chairs&#10;&#10;AI-generated content may be incorrect.">
              <a:extLst>
                <a:ext uri="{FF2B5EF4-FFF2-40B4-BE49-F238E27FC236}">
                  <a16:creationId xmlns:a16="http://schemas.microsoft.com/office/drawing/2014/main" id="{A4B3694C-EAC7-C6B3-5678-FDA9F4C23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54844" y="4285451"/>
              <a:ext cx="3511703" cy="1964360"/>
            </a:xfrm>
            <a:prstGeom prst="rect">
              <a:avLst/>
            </a:prstGeom>
          </p:spPr>
        </p:pic>
        <p:pic>
          <p:nvPicPr>
            <p:cNvPr id="12" name="Picture 11" descr="A flooded building with several doors&#10;&#10;AI-generated content may be incorrect.">
              <a:extLst>
                <a:ext uri="{FF2B5EF4-FFF2-40B4-BE49-F238E27FC236}">
                  <a16:creationId xmlns:a16="http://schemas.microsoft.com/office/drawing/2014/main" id="{1C7834F2-D1ED-043C-314B-FAEF080C6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0681"/>
            <a:stretch>
              <a:fillRect/>
            </a:stretch>
          </p:blipFill>
          <p:spPr>
            <a:xfrm>
              <a:off x="390524" y="4285451"/>
              <a:ext cx="3136609" cy="1964360"/>
            </a:xfrm>
            <a:prstGeom prst="rect">
              <a:avLst/>
            </a:prstGeom>
          </p:spPr>
        </p:pic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FDD113C-3E75-A359-9493-C7F2F9311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673718"/>
              </p:ext>
            </p:extLst>
          </p:nvPr>
        </p:nvGraphicFramePr>
        <p:xfrm>
          <a:off x="7682818" y="1603928"/>
          <a:ext cx="4233813" cy="3733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905">
                  <a:extLst>
                    <a:ext uri="{9D8B030D-6E8A-4147-A177-3AD203B41FA5}">
                      <a16:colId xmlns:a16="http://schemas.microsoft.com/office/drawing/2014/main" val="1189276779"/>
                    </a:ext>
                  </a:extLst>
                </a:gridCol>
                <a:gridCol w="2606962">
                  <a:extLst>
                    <a:ext uri="{9D8B030D-6E8A-4147-A177-3AD203B41FA5}">
                      <a16:colId xmlns:a16="http://schemas.microsoft.com/office/drawing/2014/main" val="2850918746"/>
                    </a:ext>
                  </a:extLst>
                </a:gridCol>
                <a:gridCol w="1200946">
                  <a:extLst>
                    <a:ext uri="{9D8B030D-6E8A-4147-A177-3AD203B41FA5}">
                      <a16:colId xmlns:a16="http://schemas.microsoft.com/office/drawing/2014/main" val="754166904"/>
                    </a:ext>
                  </a:extLst>
                </a:gridCol>
              </a:tblGrid>
              <a:tr h="299528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D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Fasilitas</a:t>
                      </a:r>
                      <a:r>
                        <a:rPr lang="en-US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Perhubungan</a:t>
                      </a:r>
                      <a:endParaRPr lang="en-ID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Kondisi</a:t>
                      </a:r>
                      <a:endParaRPr lang="en-ID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13286"/>
                  </a:ext>
                </a:extLst>
              </a:tr>
              <a:tr h="3433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Terminal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Tipe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 Lhokseumawe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828048"/>
                  </a:ext>
                </a:extLst>
              </a:tr>
              <a:tr h="3433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Terminal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Tipe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Pide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Jaya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Ringan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9720"/>
                  </a:ext>
                </a:extLst>
              </a:tr>
              <a:tr h="3433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Terminal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Tipe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 Aceh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Tamiang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84556"/>
                  </a:ext>
                </a:extLst>
              </a:tr>
              <a:tr h="3433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Terminal </a:t>
                      </a:r>
                      <a:r>
                        <a:rPr lang="en-US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Tipe</a:t>
                      </a:r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 </a:t>
                      </a:r>
                      <a:r>
                        <a:rPr lang="en-US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Bireuen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298723"/>
                  </a:ext>
                </a:extLst>
              </a:tr>
              <a:tr h="3433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Terminal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Tipe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Keude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Aceh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29943"/>
                  </a:ext>
                </a:extLst>
              </a:tr>
              <a:tr h="3433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Terminal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Tipe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Peureulak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598224"/>
                  </a:ext>
                </a:extLst>
              </a:tr>
              <a:tr h="3433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Terminal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Tipe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 Idi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129780"/>
                  </a:ext>
                </a:extLst>
              </a:tr>
              <a:tr h="3433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Terminal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Tipe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Peunaron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787325"/>
                  </a:ext>
                </a:extLst>
              </a:tr>
              <a:tr h="3433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Terminal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Tipe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Seruway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</a:t>
                      </a:r>
                      <a:r>
                        <a:rPr lang="en-ID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Ringan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561010"/>
                  </a:ext>
                </a:extLst>
              </a:tr>
              <a:tr h="3433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Terminal </a:t>
                      </a:r>
                      <a:r>
                        <a:rPr lang="en-US" sz="1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Mobar</a:t>
                      </a:r>
                      <a:r>
                        <a:rPr lang="en-US" sz="1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Lhokseumawe</a:t>
                      </a:r>
                      <a:endParaRPr lang="en-ID" sz="1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3052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096D71B-04BE-F2EF-0294-05DCE3DC0BFA}"/>
              </a:ext>
            </a:extLst>
          </p:cNvPr>
          <p:cNvSpPr txBox="1"/>
          <p:nvPr/>
        </p:nvSpPr>
        <p:spPr>
          <a:xfrm>
            <a:off x="1800845" y="1450040"/>
            <a:ext cx="38276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Terminal </a:t>
            </a:r>
            <a:r>
              <a:rPr lang="en-US" sz="1400" b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Tipe</a:t>
            </a:r>
            <a:r>
              <a:rPr lang="en-US" sz="14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 Aceh </a:t>
            </a:r>
            <a:r>
              <a:rPr lang="en-US" sz="1400" b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Tamiang</a:t>
            </a:r>
            <a:endParaRPr lang="en-US" sz="1400" b="1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D4FE0F-7FED-DA04-48BE-E2F36FD17DEE}"/>
              </a:ext>
            </a:extLst>
          </p:cNvPr>
          <p:cNvSpPr txBox="1"/>
          <p:nvPr/>
        </p:nvSpPr>
        <p:spPr>
          <a:xfrm>
            <a:off x="1800845" y="3935826"/>
            <a:ext cx="38276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Terminal </a:t>
            </a:r>
            <a:r>
              <a:rPr lang="en-US" sz="1400" b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Tipe</a:t>
            </a:r>
            <a:r>
              <a:rPr lang="en-US" sz="14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 Pidie Jaya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B12FCC-5553-75C0-A1E8-F3D9A9D32566}"/>
              </a:ext>
            </a:extLst>
          </p:cNvPr>
          <p:cNvSpPr txBox="1"/>
          <p:nvPr/>
        </p:nvSpPr>
        <p:spPr>
          <a:xfrm>
            <a:off x="8087628" y="5459450"/>
            <a:ext cx="1534998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600"/>
              </a:lnSpc>
            </a:pPr>
            <a:r>
              <a:rPr lang="en-ID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Estimasi</a:t>
            </a:r>
            <a:r>
              <a:rPr lang="en-ID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Biaya</a:t>
            </a:r>
            <a:endParaRPr lang="en-ID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5F065D-E97E-EF9E-4EC2-DCDE676C15C2}"/>
              </a:ext>
            </a:extLst>
          </p:cNvPr>
          <p:cNvSpPr/>
          <p:nvPr/>
        </p:nvSpPr>
        <p:spPr>
          <a:xfrm>
            <a:off x="9749355" y="5459450"/>
            <a:ext cx="2211343" cy="707886"/>
          </a:xfrm>
          <a:prstGeom prst="rect">
            <a:avLst/>
          </a:prstGeom>
          <a:solidFill>
            <a:srgbClr val="1F4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10C4CB-0853-0E44-9DC5-BC761E31B335}"/>
              </a:ext>
            </a:extLst>
          </p:cNvPr>
          <p:cNvSpPr txBox="1"/>
          <p:nvPr/>
        </p:nvSpPr>
        <p:spPr>
          <a:xfrm>
            <a:off x="9837491" y="5464494"/>
            <a:ext cx="22113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Rp.23 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323B1-1055-F1DE-3D1C-B52412FFCA5C}"/>
              </a:ext>
            </a:extLst>
          </p:cNvPr>
          <p:cNvSpPr txBox="1"/>
          <p:nvPr/>
        </p:nvSpPr>
        <p:spPr>
          <a:xfrm>
            <a:off x="481969" y="6464208"/>
            <a:ext cx="1423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tanggap</a:t>
            </a:r>
            <a:r>
              <a:rPr lang="en-US" sz="1200" b="1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darurat</a:t>
            </a:r>
            <a:endParaRPr lang="en-US" sz="1200" b="1" i="1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D409662F-C959-8764-0A6E-895B692B8DA3}"/>
              </a:ext>
            </a:extLst>
          </p:cNvPr>
          <p:cNvSpPr txBox="1">
            <a:spLocks/>
          </p:cNvSpPr>
          <p:nvPr/>
        </p:nvSpPr>
        <p:spPr>
          <a:xfrm>
            <a:off x="11391899" y="6413500"/>
            <a:ext cx="371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5471E5F-45E6-48A4-B9C3-ACF3FFDA0099}" type="slidenum">
              <a:rPr lang="en-ID" smtClean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3</a:t>
            </a:fld>
            <a:endParaRPr lang="en-ID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B3B02D-1319-7243-9452-51EF8AE03DB1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905000" y="6602708"/>
            <a:ext cx="9391650" cy="0"/>
          </a:xfrm>
          <a:prstGeom prst="line">
            <a:avLst/>
          </a:prstGeom>
          <a:ln w="12700">
            <a:solidFill>
              <a:srgbClr val="0B6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24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D178F-8161-3AFC-FAAB-F1BC9F930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281BA4-9203-A823-569C-54F8333503EA}"/>
              </a:ext>
            </a:extLst>
          </p:cNvPr>
          <p:cNvSpPr/>
          <p:nvPr/>
        </p:nvSpPr>
        <p:spPr>
          <a:xfrm>
            <a:off x="0" y="4333433"/>
            <a:ext cx="12192000" cy="2052869"/>
          </a:xfrm>
          <a:prstGeom prst="rect">
            <a:avLst/>
          </a:prstGeom>
          <a:solidFill>
            <a:srgbClr val="020C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E87A5F-50D2-C2E1-9B1F-7B5EF0359431}"/>
              </a:ext>
            </a:extLst>
          </p:cNvPr>
          <p:cNvSpPr/>
          <p:nvPr/>
        </p:nvSpPr>
        <p:spPr>
          <a:xfrm>
            <a:off x="8245149" y="4812995"/>
            <a:ext cx="1887318" cy="115536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8C8E03-C09C-D954-95E7-00086F518C8B}"/>
              </a:ext>
            </a:extLst>
          </p:cNvPr>
          <p:cNvSpPr/>
          <p:nvPr/>
        </p:nvSpPr>
        <p:spPr>
          <a:xfrm>
            <a:off x="-1" y="1259181"/>
            <a:ext cx="12192001" cy="3074254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AB4B920-20DC-AEF4-1265-8C74E2A28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377744"/>
            <a:ext cx="1066800" cy="40187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0874B68-EF82-FCE7-FA05-582F03FBF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4000" y="377744"/>
            <a:ext cx="1168400" cy="3025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7C22F8-4687-85EF-B284-EB98871CDE2B}"/>
              </a:ext>
            </a:extLst>
          </p:cNvPr>
          <p:cNvSpPr txBox="1"/>
          <p:nvPr/>
        </p:nvSpPr>
        <p:spPr>
          <a:xfrm>
            <a:off x="2756735" y="529031"/>
            <a:ext cx="6678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Prasarana Bandara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E4C684E-6BA4-E0AD-B493-CFB9B8C8BAE6}"/>
              </a:ext>
            </a:extLst>
          </p:cNvPr>
          <p:cNvGrpSpPr/>
          <p:nvPr/>
        </p:nvGrpSpPr>
        <p:grpSpPr>
          <a:xfrm>
            <a:off x="5295265" y="4733851"/>
            <a:ext cx="2027432" cy="1201204"/>
            <a:chOff x="7752715" y="4783411"/>
            <a:chExt cx="2027432" cy="120120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1C3F13C-6301-5F8C-593B-DD925FFDFCA0}"/>
                </a:ext>
              </a:extLst>
            </p:cNvPr>
            <p:cNvSpPr txBox="1"/>
            <p:nvPr/>
          </p:nvSpPr>
          <p:spPr>
            <a:xfrm>
              <a:off x="7752715" y="4783411"/>
              <a:ext cx="2027432" cy="4008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600"/>
                </a:lnSpc>
              </a:pPr>
              <a:r>
                <a:rPr lang="en-ID" sz="20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Estimasi</a:t>
              </a:r>
              <a:r>
                <a:rPr lang="en-ID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D" sz="20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Biaya</a:t>
              </a:r>
              <a:endParaRPr lang="en-ID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79A3698-04FE-7C05-D89B-11C8FD0BE491}"/>
                </a:ext>
              </a:extLst>
            </p:cNvPr>
            <p:cNvSpPr/>
            <p:nvPr/>
          </p:nvSpPr>
          <p:spPr>
            <a:xfrm>
              <a:off x="7849714" y="5276729"/>
              <a:ext cx="1534999" cy="707886"/>
            </a:xfrm>
            <a:prstGeom prst="rect">
              <a:avLst/>
            </a:prstGeom>
            <a:solidFill>
              <a:srgbClr val="1F4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2B04D37-6845-708D-8E15-DA13BDB016A5}"/>
                </a:ext>
              </a:extLst>
            </p:cNvPr>
            <p:cNvSpPr txBox="1"/>
            <p:nvPr/>
          </p:nvSpPr>
          <p:spPr>
            <a:xfrm>
              <a:off x="7849712" y="5336858"/>
              <a:ext cx="153499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D" sz="3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Rp.5 M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690E497-06C9-ADAE-7A8F-3433E2007AF8}"/>
              </a:ext>
            </a:extLst>
          </p:cNvPr>
          <p:cNvSpPr txBox="1"/>
          <p:nvPr/>
        </p:nvSpPr>
        <p:spPr>
          <a:xfrm>
            <a:off x="1350837" y="4612299"/>
            <a:ext cx="33119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400"/>
              </a:lnSpc>
            </a:pPr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AIRSTRIP LANGSA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6F02E6-137F-F3B5-6695-350D9DC307C0}"/>
              </a:ext>
            </a:extLst>
          </p:cNvPr>
          <p:cNvSpPr txBox="1"/>
          <p:nvPr/>
        </p:nvSpPr>
        <p:spPr>
          <a:xfrm>
            <a:off x="8565214" y="5036736"/>
            <a:ext cx="13217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000" b="1" dirty="0">
                <a:solidFill>
                  <a:srgbClr val="020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Rusak Sedang</a:t>
            </a:r>
            <a:endParaRPr lang="en-ID" sz="2000" dirty="0">
              <a:solidFill>
                <a:srgbClr val="020C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BBF739-1CF5-A05D-7A56-43184BE3D419}"/>
              </a:ext>
            </a:extLst>
          </p:cNvPr>
          <p:cNvSpPr txBox="1"/>
          <p:nvPr/>
        </p:nvSpPr>
        <p:spPr>
          <a:xfrm>
            <a:off x="8245149" y="3567501"/>
            <a:ext cx="1534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Kondisi</a:t>
            </a:r>
            <a:endParaRPr lang="en-ID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road in a forest&#10;&#10;AI-generated content may be incorrect.">
            <a:extLst>
              <a:ext uri="{FF2B5EF4-FFF2-40B4-BE49-F238E27FC236}">
                <a16:creationId xmlns:a16="http://schemas.microsoft.com/office/drawing/2014/main" id="{FD3202D7-EC78-ADF5-0F1C-73A19C4895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" t="6556" r="843" b="7710"/>
          <a:stretch>
            <a:fillRect/>
          </a:stretch>
        </p:blipFill>
        <p:spPr>
          <a:xfrm>
            <a:off x="707217" y="1406109"/>
            <a:ext cx="5678621" cy="27897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BFB7DE-2238-B176-B82E-DEA16A56E0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280" y="1406109"/>
            <a:ext cx="4959619" cy="27897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FB2C29A-E2BC-72E0-E04E-5CE4EBF219FD}"/>
              </a:ext>
            </a:extLst>
          </p:cNvPr>
          <p:cNvSpPr txBox="1"/>
          <p:nvPr/>
        </p:nvSpPr>
        <p:spPr>
          <a:xfrm>
            <a:off x="481969" y="6464208"/>
            <a:ext cx="1423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tanggap</a:t>
            </a:r>
            <a:r>
              <a:rPr lang="en-US" sz="1200" b="1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darurat</a:t>
            </a:r>
            <a:endParaRPr lang="en-US" sz="1200" b="1" i="1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74277D88-EC6F-B1AB-0729-1080DB9EAA98}"/>
              </a:ext>
            </a:extLst>
          </p:cNvPr>
          <p:cNvSpPr txBox="1">
            <a:spLocks/>
          </p:cNvSpPr>
          <p:nvPr/>
        </p:nvSpPr>
        <p:spPr>
          <a:xfrm>
            <a:off x="11391899" y="6413500"/>
            <a:ext cx="371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5471E5F-45E6-48A4-B9C3-ACF3FFDA0099}" type="slidenum">
              <a:rPr lang="en-ID" smtClean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4</a:t>
            </a:fld>
            <a:endParaRPr lang="en-ID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827EBB-C7F4-37B8-1CB3-425EDB969D2F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1905000" y="6602708"/>
            <a:ext cx="9391650" cy="0"/>
          </a:xfrm>
          <a:prstGeom prst="line">
            <a:avLst/>
          </a:prstGeom>
          <a:ln w="12700">
            <a:solidFill>
              <a:srgbClr val="0B6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8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761F8-2E11-A5F1-6C8B-C394ECB5B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5872E6-1461-77DF-C9A8-D4F22B077C74}"/>
              </a:ext>
            </a:extLst>
          </p:cNvPr>
          <p:cNvSpPr/>
          <p:nvPr/>
        </p:nvSpPr>
        <p:spPr>
          <a:xfrm>
            <a:off x="0" y="1326223"/>
            <a:ext cx="12192000" cy="5068731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5" name="Picture 24" descr="A helicopter landing pad at night&#10;&#10;AI-generated content may be incorrect.">
            <a:extLst>
              <a:ext uri="{FF2B5EF4-FFF2-40B4-BE49-F238E27FC236}">
                <a16:creationId xmlns:a16="http://schemas.microsoft.com/office/drawing/2014/main" id="{009E9FB8-F98F-948C-AE8F-3475521FF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16"/>
          <a:stretch>
            <a:fillRect/>
          </a:stretch>
        </p:blipFill>
        <p:spPr>
          <a:xfrm>
            <a:off x="2035377" y="1431011"/>
            <a:ext cx="3975782" cy="26384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3B939F4-6B79-18B5-6DD9-7666931C4D18}"/>
              </a:ext>
            </a:extLst>
          </p:cNvPr>
          <p:cNvSpPr/>
          <p:nvPr/>
        </p:nvSpPr>
        <p:spPr>
          <a:xfrm>
            <a:off x="0" y="4491299"/>
            <a:ext cx="12206416" cy="1903656"/>
          </a:xfrm>
          <a:prstGeom prst="rect">
            <a:avLst/>
          </a:prstGeom>
          <a:solidFill>
            <a:srgbClr val="020C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12B4403-1C1D-42B6-525C-82954C3A1F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377744"/>
            <a:ext cx="1066800" cy="40187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A1653CC-238E-97BC-71B6-FC2A5B587A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14000" y="377744"/>
            <a:ext cx="1168400" cy="3025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2282A6-7830-036F-7AF7-D49C93642627}"/>
              </a:ext>
            </a:extLst>
          </p:cNvPr>
          <p:cNvSpPr txBox="1"/>
          <p:nvPr/>
        </p:nvSpPr>
        <p:spPr>
          <a:xfrm>
            <a:off x="2756735" y="529031"/>
            <a:ext cx="6678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Prasarana Pelabuhan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E7F4C55-1B6C-7746-2663-75079E6BF916}"/>
              </a:ext>
            </a:extLst>
          </p:cNvPr>
          <p:cNvGrpSpPr/>
          <p:nvPr/>
        </p:nvGrpSpPr>
        <p:grpSpPr>
          <a:xfrm>
            <a:off x="6643280" y="5105679"/>
            <a:ext cx="3692407" cy="759182"/>
            <a:chOff x="7453415" y="5136458"/>
            <a:chExt cx="3692407" cy="75918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086034C-9A07-1187-A839-95FF4E535766}"/>
                </a:ext>
              </a:extLst>
            </p:cNvPr>
            <p:cNvSpPr txBox="1"/>
            <p:nvPr/>
          </p:nvSpPr>
          <p:spPr>
            <a:xfrm>
              <a:off x="7453415" y="5136458"/>
              <a:ext cx="1534999" cy="7591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600"/>
                </a:lnSpc>
              </a:pPr>
              <a:r>
                <a:rPr lang="en-ID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Estimasi</a:t>
              </a:r>
              <a:r>
                <a:rPr lang="en-ID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D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Biaya</a:t>
              </a:r>
              <a:endParaRPr lang="en-ID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1A8DE62-361F-6DF9-D598-2AA040361C10}"/>
                </a:ext>
              </a:extLst>
            </p:cNvPr>
            <p:cNvSpPr/>
            <p:nvPr/>
          </p:nvSpPr>
          <p:spPr>
            <a:xfrm>
              <a:off x="9157500" y="5163698"/>
              <a:ext cx="1988322" cy="707886"/>
            </a:xfrm>
            <a:prstGeom prst="rect">
              <a:avLst/>
            </a:prstGeom>
            <a:solidFill>
              <a:srgbClr val="1F4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2758984-9BCE-92EE-9E41-C16449767E99}"/>
                </a:ext>
              </a:extLst>
            </p:cNvPr>
            <p:cNvSpPr txBox="1"/>
            <p:nvPr/>
          </p:nvSpPr>
          <p:spPr>
            <a:xfrm>
              <a:off x="9157501" y="5162106"/>
              <a:ext cx="198832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3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Rp.43 M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2C77DA2-2E2F-4B5B-2456-E7996794B6EE}"/>
              </a:ext>
            </a:extLst>
          </p:cNvPr>
          <p:cNvSpPr txBox="1"/>
          <p:nvPr/>
        </p:nvSpPr>
        <p:spPr>
          <a:xfrm>
            <a:off x="481969" y="6464208"/>
            <a:ext cx="1423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tanggap</a:t>
            </a:r>
            <a:r>
              <a:rPr lang="en-US" sz="1200" b="1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darurat</a:t>
            </a:r>
            <a:endParaRPr lang="en-US" sz="1200" b="1" i="1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09ECFCF1-635B-D56C-8CC2-D509CB40B352}"/>
              </a:ext>
            </a:extLst>
          </p:cNvPr>
          <p:cNvSpPr txBox="1">
            <a:spLocks/>
          </p:cNvSpPr>
          <p:nvPr/>
        </p:nvSpPr>
        <p:spPr>
          <a:xfrm>
            <a:off x="11391899" y="6413500"/>
            <a:ext cx="371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5471E5F-45E6-48A4-B9C3-ACF3FFDA0099}" type="slidenum">
              <a:rPr lang="en-ID" smtClean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5</a:t>
            </a:fld>
            <a:endParaRPr lang="en-ID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1F4C72A-F5C4-69B1-EDB0-9DEB8D8EA7BF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905000" y="6602708"/>
            <a:ext cx="9391650" cy="0"/>
          </a:xfrm>
          <a:prstGeom prst="line">
            <a:avLst/>
          </a:prstGeom>
          <a:ln w="12700">
            <a:solidFill>
              <a:srgbClr val="0B6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B29F9E1-F84D-A9F0-57CB-15C965022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992851"/>
              </p:ext>
            </p:extLst>
          </p:nvPr>
        </p:nvGraphicFramePr>
        <p:xfrm>
          <a:off x="2035377" y="4720178"/>
          <a:ext cx="3975782" cy="1530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47">
                  <a:extLst>
                    <a:ext uri="{9D8B030D-6E8A-4147-A177-3AD203B41FA5}">
                      <a16:colId xmlns:a16="http://schemas.microsoft.com/office/drawing/2014/main" val="1189276779"/>
                    </a:ext>
                  </a:extLst>
                </a:gridCol>
                <a:gridCol w="2736557">
                  <a:extLst>
                    <a:ext uri="{9D8B030D-6E8A-4147-A177-3AD203B41FA5}">
                      <a16:colId xmlns:a16="http://schemas.microsoft.com/office/drawing/2014/main" val="2850918746"/>
                    </a:ext>
                  </a:extLst>
                </a:gridCol>
                <a:gridCol w="839278">
                  <a:extLst>
                    <a:ext uri="{9D8B030D-6E8A-4147-A177-3AD203B41FA5}">
                      <a16:colId xmlns:a16="http://schemas.microsoft.com/office/drawing/2014/main" val="754166904"/>
                    </a:ext>
                  </a:extLst>
                </a:gridCol>
              </a:tblGrid>
              <a:tr h="464713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D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Fasilitas</a:t>
                      </a:r>
                      <a:r>
                        <a:rPr lang="en-U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Perhubungan</a:t>
                      </a:r>
                      <a:endParaRPr lang="en-ID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Kondisi</a:t>
                      </a:r>
                      <a:endParaRPr lang="en-ID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13286"/>
                  </a:ext>
                </a:extLst>
              </a:tr>
              <a:tr h="5327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Pelabuhan Kuala Langsa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828048"/>
                  </a:ext>
                </a:extLst>
              </a:tr>
              <a:tr h="5327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ID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elabuhan</a:t>
                      </a:r>
                      <a:r>
                        <a:rPr lang="en-ID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Ulee</a:t>
                      </a:r>
                      <a:r>
                        <a:rPr lang="en-ID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4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Lheue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9720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16F8E44E-09A2-043A-32D2-9A1701810C3A}"/>
              </a:ext>
            </a:extLst>
          </p:cNvPr>
          <p:cNvGrpSpPr/>
          <p:nvPr/>
        </p:nvGrpSpPr>
        <p:grpSpPr>
          <a:xfrm>
            <a:off x="6200989" y="1431011"/>
            <a:ext cx="3954580" cy="2865735"/>
            <a:chOff x="457200" y="1506754"/>
            <a:chExt cx="6564456" cy="4757015"/>
          </a:xfrm>
        </p:grpSpPr>
        <p:pic>
          <p:nvPicPr>
            <p:cNvPr id="6" name="Picture 5" descr="A group of people standing next to a truck&#10;&#10;AI-generated content may be incorrect.">
              <a:extLst>
                <a:ext uri="{FF2B5EF4-FFF2-40B4-BE49-F238E27FC236}">
                  <a16:creationId xmlns:a16="http://schemas.microsoft.com/office/drawing/2014/main" id="{2A946E28-0101-6876-7B9C-E137C89E0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1506754"/>
              <a:ext cx="6564456" cy="437972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D3F717-865B-8811-0449-45B790125D3B}"/>
                </a:ext>
              </a:extLst>
            </p:cNvPr>
            <p:cNvSpPr txBox="1"/>
            <p:nvPr/>
          </p:nvSpPr>
          <p:spPr>
            <a:xfrm>
              <a:off x="2388424" y="5894437"/>
              <a:ext cx="27622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20C4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Pelabuhan Kuala Langsa</a:t>
              </a:r>
              <a:endParaRPr lang="en-ID" dirty="0">
                <a:solidFill>
                  <a:srgbClr val="020C4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721C9E4-CA40-7AF2-C787-382731E94FD7}"/>
              </a:ext>
            </a:extLst>
          </p:cNvPr>
          <p:cNvSpPr txBox="1"/>
          <p:nvPr/>
        </p:nvSpPr>
        <p:spPr>
          <a:xfrm>
            <a:off x="2786299" y="4061052"/>
            <a:ext cx="253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20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Pelabuhan </a:t>
            </a:r>
            <a:r>
              <a:rPr lang="en-US" dirty="0" err="1">
                <a:solidFill>
                  <a:srgbClr val="020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Ulee</a:t>
            </a:r>
            <a:r>
              <a:rPr lang="en-US" dirty="0">
                <a:solidFill>
                  <a:srgbClr val="020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20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Lheue</a:t>
            </a:r>
            <a:endParaRPr lang="en-ID" dirty="0">
              <a:solidFill>
                <a:srgbClr val="020C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221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4014328-7FD2-7F10-5661-ABE17AF925F0}"/>
              </a:ext>
            </a:extLst>
          </p:cNvPr>
          <p:cNvSpPr/>
          <p:nvPr/>
        </p:nvSpPr>
        <p:spPr>
          <a:xfrm>
            <a:off x="223838" y="1018819"/>
            <a:ext cx="11744325" cy="5420689"/>
          </a:xfrm>
          <a:prstGeom prst="rect">
            <a:avLst/>
          </a:prstGeom>
          <a:solidFill>
            <a:srgbClr val="020C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3" name="object 2">
            <a:extLst>
              <a:ext uri="{FF2B5EF4-FFF2-40B4-BE49-F238E27FC236}">
                <a16:creationId xmlns:a16="http://schemas.microsoft.com/office/drawing/2014/main" id="{1F0834D2-AB6F-41E6-3878-33C168E7A0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98" y="4427322"/>
            <a:ext cx="1793425" cy="1342318"/>
          </a:xfrm>
          <a:prstGeom prst="rect">
            <a:avLst/>
          </a:prstGeom>
        </p:spPr>
      </p:pic>
      <p:pic>
        <p:nvPicPr>
          <p:cNvPr id="63" name="object 10">
            <a:extLst>
              <a:ext uri="{FF2B5EF4-FFF2-40B4-BE49-F238E27FC236}">
                <a16:creationId xmlns:a16="http://schemas.microsoft.com/office/drawing/2014/main" id="{66020E42-45AA-A549-4404-919FDC5AA4EE}"/>
              </a:ext>
            </a:extLst>
          </p:cNvPr>
          <p:cNvPicPr/>
          <p:nvPr/>
        </p:nvPicPr>
        <p:blipFill>
          <a:blip r:embed="rId3" cstate="print"/>
          <a:srcRect r="2397"/>
          <a:stretch>
            <a:fillRect/>
          </a:stretch>
        </p:blipFill>
        <p:spPr>
          <a:xfrm>
            <a:off x="9945045" y="1845299"/>
            <a:ext cx="1789756" cy="1345348"/>
          </a:xfrm>
          <a:prstGeom prst="rect">
            <a:avLst/>
          </a:prstGeom>
        </p:spPr>
      </p:pic>
      <p:pic>
        <p:nvPicPr>
          <p:cNvPr id="62" name="object 8">
            <a:extLst>
              <a:ext uri="{FF2B5EF4-FFF2-40B4-BE49-F238E27FC236}">
                <a16:creationId xmlns:a16="http://schemas.microsoft.com/office/drawing/2014/main" id="{5F94AC53-EB42-6144-FE63-48E8003A34E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84587" y="1843935"/>
            <a:ext cx="1833703" cy="1349149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7290C9AA-4C86-4424-DCEE-44FFFC3C02EA}"/>
              </a:ext>
            </a:extLst>
          </p:cNvPr>
          <p:cNvGrpSpPr/>
          <p:nvPr/>
        </p:nvGrpSpPr>
        <p:grpSpPr>
          <a:xfrm>
            <a:off x="4273620" y="1835630"/>
            <a:ext cx="3642790" cy="1355015"/>
            <a:chOff x="4273620" y="1949322"/>
            <a:chExt cx="3668723" cy="1364661"/>
          </a:xfrm>
        </p:grpSpPr>
        <p:pic>
          <p:nvPicPr>
            <p:cNvPr id="56" name="object 9">
              <a:extLst>
                <a:ext uri="{FF2B5EF4-FFF2-40B4-BE49-F238E27FC236}">
                  <a16:creationId xmlns:a16="http://schemas.microsoft.com/office/drawing/2014/main" id="{B8D68485-DE96-1366-FB87-348A71D0EA22}"/>
                </a:ext>
              </a:extLst>
            </p:cNvPr>
            <p:cNvPicPr/>
            <p:nvPr/>
          </p:nvPicPr>
          <p:blipFill>
            <a:blip r:embed="rId5" cstate="print"/>
            <a:srcRect/>
            <a:stretch>
              <a:fillRect/>
            </a:stretch>
          </p:blipFill>
          <p:spPr>
            <a:xfrm>
              <a:off x="6131284" y="1955568"/>
              <a:ext cx="1811059" cy="1358294"/>
            </a:xfrm>
            <a:prstGeom prst="rect">
              <a:avLst/>
            </a:prstGeom>
          </p:spPr>
        </p:pic>
        <p:pic>
          <p:nvPicPr>
            <p:cNvPr id="55" name="object 7">
              <a:extLst>
                <a:ext uri="{FF2B5EF4-FFF2-40B4-BE49-F238E27FC236}">
                  <a16:creationId xmlns:a16="http://schemas.microsoft.com/office/drawing/2014/main" id="{E01B8555-0716-76A7-9EB5-86A93D5E6728}"/>
                </a:ext>
              </a:extLst>
            </p:cNvPr>
            <p:cNvPicPr/>
            <p:nvPr/>
          </p:nvPicPr>
          <p:blipFill>
            <a:blip r:embed="rId6" cstate="print"/>
            <a:srcRect l="3539" r="15795"/>
            <a:stretch>
              <a:fillRect/>
            </a:stretch>
          </p:blipFill>
          <p:spPr>
            <a:xfrm>
              <a:off x="4273620" y="1949322"/>
              <a:ext cx="1811059" cy="1364661"/>
            </a:xfrm>
            <a:prstGeom prst="rect">
              <a:avLst/>
            </a:prstGeom>
          </p:spPr>
        </p:pic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6D9730C2-BEBC-6A00-68F1-1AC83758C1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377744"/>
            <a:ext cx="1066800" cy="40187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D10A5A2-E0EC-5E31-7BCD-D6F152C265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14000" y="377744"/>
            <a:ext cx="1168400" cy="3025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1AD5A4-0D9B-10FF-61A1-E91B923E6A3F}"/>
              </a:ext>
            </a:extLst>
          </p:cNvPr>
          <p:cNvSpPr txBox="1"/>
          <p:nvPr/>
        </p:nvSpPr>
        <p:spPr>
          <a:xfrm>
            <a:off x="2756736" y="248800"/>
            <a:ext cx="6678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Prasarana </a:t>
            </a:r>
            <a:r>
              <a:rPr lang="en-US" sz="3600" b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Perkeretaapian</a:t>
            </a:r>
            <a:endParaRPr lang="en-US" sz="3600" b="1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DE7583-8AA9-332F-264E-529EE1FE6C09}"/>
              </a:ext>
            </a:extLst>
          </p:cNvPr>
          <p:cNvSpPr txBox="1"/>
          <p:nvPr/>
        </p:nvSpPr>
        <p:spPr>
          <a:xfrm>
            <a:off x="8137037" y="4587955"/>
            <a:ext cx="32643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3.319,7 Meter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A65981-2977-2E21-F7FF-A20584944E8F}"/>
              </a:ext>
            </a:extLst>
          </p:cNvPr>
          <p:cNvSpPr txBox="1"/>
          <p:nvPr/>
        </p:nvSpPr>
        <p:spPr>
          <a:xfrm>
            <a:off x="4277005" y="1222666"/>
            <a:ext cx="3391309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ID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PETAK STASIUN KRUENG GEUKUEH - BUNGKAIH </a:t>
            </a:r>
            <a:endParaRPr lang="en-ID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F96DCF-80C1-1954-3FD1-0E88F5F16C6B}"/>
              </a:ext>
            </a:extLst>
          </p:cNvPr>
          <p:cNvSpPr txBox="1"/>
          <p:nvPr/>
        </p:nvSpPr>
        <p:spPr>
          <a:xfrm>
            <a:off x="8096810" y="1222666"/>
            <a:ext cx="3391309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ID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PETAK STASIUN BUNGKAIH - KRUENG MANE </a:t>
            </a:r>
            <a:endParaRPr lang="en-ID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70C298D-518C-FB21-E5A8-12C5465B31B0}"/>
              </a:ext>
            </a:extLst>
          </p:cNvPr>
          <p:cNvGrpSpPr/>
          <p:nvPr/>
        </p:nvGrpSpPr>
        <p:grpSpPr>
          <a:xfrm>
            <a:off x="457198" y="1222666"/>
            <a:ext cx="3637994" cy="2446887"/>
            <a:chOff x="457198" y="1482080"/>
            <a:chExt cx="3637994" cy="244688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41609E4-CCC9-584B-678D-2E8AE505F0CB}"/>
                </a:ext>
              </a:extLst>
            </p:cNvPr>
            <p:cNvSpPr txBox="1"/>
            <p:nvPr/>
          </p:nvSpPr>
          <p:spPr>
            <a:xfrm>
              <a:off x="457200" y="1482080"/>
              <a:ext cx="3391309" cy="6052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en-ID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PETAK STASIUN MUARA SATU - KRUENG GEUKUEH </a:t>
              </a:r>
              <a:endParaRPr lang="en-ID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" name="object 4">
              <a:extLst>
                <a:ext uri="{FF2B5EF4-FFF2-40B4-BE49-F238E27FC236}">
                  <a16:creationId xmlns:a16="http://schemas.microsoft.com/office/drawing/2014/main" id="{6ABEC98D-00A2-CB7F-45D4-F6F2C42014AA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7200" y="2107169"/>
              <a:ext cx="1824479" cy="1342890"/>
            </a:xfrm>
            <a:prstGeom prst="rect">
              <a:avLst/>
            </a:prstGeom>
          </p:spPr>
        </p:pic>
        <p:pic>
          <p:nvPicPr>
            <p:cNvPr id="20" name="object 10">
              <a:extLst>
                <a:ext uri="{FF2B5EF4-FFF2-40B4-BE49-F238E27FC236}">
                  <a16:creationId xmlns:a16="http://schemas.microsoft.com/office/drawing/2014/main" id="{BBA788D1-29A3-7236-C967-7BB0F7B8FFE0}"/>
                </a:ext>
              </a:extLst>
            </p:cNvPr>
            <p:cNvPicPr/>
            <p:nvPr/>
          </p:nvPicPr>
          <p:blipFill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rcRect l="859"/>
            <a:stretch>
              <a:fillRect/>
            </a:stretch>
          </p:blipFill>
          <p:spPr>
            <a:xfrm>
              <a:off x="2320807" y="2107742"/>
              <a:ext cx="1774385" cy="1342318"/>
            </a:xfrm>
            <a:prstGeom prst="rect">
              <a:avLst/>
            </a:prstGeom>
          </p:spPr>
        </p:pic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8FB27B9-C11C-4E9D-B021-F62BCD0CF97D}"/>
                </a:ext>
              </a:extLst>
            </p:cNvPr>
            <p:cNvGrpSpPr/>
            <p:nvPr/>
          </p:nvGrpSpPr>
          <p:grpSpPr>
            <a:xfrm>
              <a:off x="457198" y="3478916"/>
              <a:ext cx="3637994" cy="450051"/>
              <a:chOff x="457198" y="3478915"/>
              <a:chExt cx="3637994" cy="450051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71CCF1C-1169-0743-C3E0-61AC25708DE8}"/>
                  </a:ext>
                </a:extLst>
              </p:cNvPr>
              <p:cNvSpPr/>
              <p:nvPr/>
            </p:nvSpPr>
            <p:spPr>
              <a:xfrm>
                <a:off x="457198" y="3478915"/>
                <a:ext cx="2094919" cy="450051"/>
              </a:xfrm>
              <a:prstGeom prst="rect">
                <a:avLst/>
              </a:prstGeom>
              <a:solidFill>
                <a:srgbClr val="DCEA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2CFC62-DDED-8008-9108-F95E7B6BEFDA}"/>
                  </a:ext>
                </a:extLst>
              </p:cNvPr>
              <p:cNvSpPr txBox="1"/>
              <p:nvPr/>
            </p:nvSpPr>
            <p:spPr>
              <a:xfrm>
                <a:off x="488922" y="3574722"/>
                <a:ext cx="2063195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90600"/>
                <a:r>
                  <a:rPr lang="en-ID" sz="1050" b="1" dirty="0">
                    <a:solidFill>
                      <a:srgbClr val="1F48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Panjang	: 370 Meter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BE6CFCE-8FDF-6E21-1A93-DE42E901B3A3}"/>
                  </a:ext>
                </a:extLst>
              </p:cNvPr>
              <p:cNvSpPr/>
              <p:nvPr/>
            </p:nvSpPr>
            <p:spPr>
              <a:xfrm>
                <a:off x="2552118" y="3478916"/>
                <a:ext cx="1543074" cy="45005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52A0391-A192-8791-5208-AF3F4DD42B20}"/>
                  </a:ext>
                </a:extLst>
              </p:cNvPr>
              <p:cNvSpPr txBox="1"/>
              <p:nvPr/>
            </p:nvSpPr>
            <p:spPr>
              <a:xfrm>
                <a:off x="2762269" y="3552608"/>
                <a:ext cx="11227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D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Rusak Berat</a:t>
                </a:r>
                <a:endParaRPr lang="en-ID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97BD015-77EC-8052-F293-14CA91447E2A}"/>
              </a:ext>
            </a:extLst>
          </p:cNvPr>
          <p:cNvGrpSpPr/>
          <p:nvPr/>
        </p:nvGrpSpPr>
        <p:grpSpPr>
          <a:xfrm>
            <a:off x="4277003" y="3219502"/>
            <a:ext cx="3637994" cy="450051"/>
            <a:chOff x="457198" y="3478915"/>
            <a:chExt cx="3637994" cy="450051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AD9571E-16B4-6DE1-FA4A-E3A7C8D1295D}"/>
                </a:ext>
              </a:extLst>
            </p:cNvPr>
            <p:cNvSpPr/>
            <p:nvPr/>
          </p:nvSpPr>
          <p:spPr>
            <a:xfrm>
              <a:off x="457198" y="3478915"/>
              <a:ext cx="2094919" cy="450051"/>
            </a:xfrm>
            <a:prstGeom prst="rect">
              <a:avLst/>
            </a:prstGeom>
            <a:solidFill>
              <a:srgbClr val="DCEA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3E2D64F-F3D4-1E8C-FA03-0AE26118250B}"/>
                </a:ext>
              </a:extLst>
            </p:cNvPr>
            <p:cNvSpPr txBox="1"/>
            <p:nvPr/>
          </p:nvSpPr>
          <p:spPr>
            <a:xfrm>
              <a:off x="466888" y="3585739"/>
              <a:ext cx="2094919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90600"/>
              <a:r>
                <a:rPr lang="en-ID" sz="1050" b="1" dirty="0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Panjang	: 1.805,7 Meter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BCAAA97-FE2A-E3DE-4D10-87658A4517DD}"/>
                </a:ext>
              </a:extLst>
            </p:cNvPr>
            <p:cNvSpPr/>
            <p:nvPr/>
          </p:nvSpPr>
          <p:spPr>
            <a:xfrm>
              <a:off x="2552118" y="3478916"/>
              <a:ext cx="1543074" cy="4500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F799041-8035-9B48-790D-8E2871E90F44}"/>
                </a:ext>
              </a:extLst>
            </p:cNvPr>
            <p:cNvSpPr txBox="1"/>
            <p:nvPr/>
          </p:nvSpPr>
          <p:spPr>
            <a:xfrm>
              <a:off x="2762269" y="3552608"/>
              <a:ext cx="1122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D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Rusak Berat</a:t>
              </a:r>
              <a:endParaRPr lang="en-ID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7B23B52B-76A1-924D-4F31-19D5C5C51B5C}"/>
              </a:ext>
            </a:extLst>
          </p:cNvPr>
          <p:cNvSpPr/>
          <p:nvPr/>
        </p:nvSpPr>
        <p:spPr>
          <a:xfrm>
            <a:off x="8084587" y="3229585"/>
            <a:ext cx="2348649" cy="450051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42E261-B06E-C91A-5447-E27363396AE6}"/>
              </a:ext>
            </a:extLst>
          </p:cNvPr>
          <p:cNvSpPr txBox="1"/>
          <p:nvPr/>
        </p:nvSpPr>
        <p:spPr>
          <a:xfrm>
            <a:off x="8125148" y="3320357"/>
            <a:ext cx="209491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90600"/>
            <a:r>
              <a:rPr lang="en-ID" sz="105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Panjang	: 380 Meter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86580A2-263B-4F34-DF81-A6A888BC0714}"/>
              </a:ext>
            </a:extLst>
          </p:cNvPr>
          <p:cNvSpPr/>
          <p:nvPr/>
        </p:nvSpPr>
        <p:spPr>
          <a:xfrm>
            <a:off x="10191728" y="3229586"/>
            <a:ext cx="1543074" cy="4500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599FCE-6668-1C6B-CD51-44EFC4CD5B25}"/>
              </a:ext>
            </a:extLst>
          </p:cNvPr>
          <p:cNvSpPr txBox="1"/>
          <p:nvPr/>
        </p:nvSpPr>
        <p:spPr>
          <a:xfrm>
            <a:off x="10401879" y="3303278"/>
            <a:ext cx="11227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Rusak Berat</a:t>
            </a:r>
            <a:endParaRPr lang="en-ID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ECC7812-E0CC-E704-A706-87393136F833}"/>
              </a:ext>
            </a:extLst>
          </p:cNvPr>
          <p:cNvSpPr txBox="1"/>
          <p:nvPr/>
        </p:nvSpPr>
        <p:spPr>
          <a:xfrm>
            <a:off x="457202" y="3816222"/>
            <a:ext cx="3391309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ID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PETAK STASIUN KRUENG MANE – GEUREUGOK </a:t>
            </a:r>
            <a:endParaRPr lang="en-ID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CBA1DCF-7318-5301-38CC-FD6E802109D3}"/>
              </a:ext>
            </a:extLst>
          </p:cNvPr>
          <p:cNvGrpSpPr/>
          <p:nvPr/>
        </p:nvGrpSpPr>
        <p:grpSpPr>
          <a:xfrm>
            <a:off x="457200" y="5813058"/>
            <a:ext cx="3637994" cy="450051"/>
            <a:chOff x="457198" y="3478915"/>
            <a:chExt cx="3637994" cy="450051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13C363E-E028-BF6C-5D10-4EA215BC036D}"/>
                </a:ext>
              </a:extLst>
            </p:cNvPr>
            <p:cNvSpPr/>
            <p:nvPr/>
          </p:nvSpPr>
          <p:spPr>
            <a:xfrm>
              <a:off x="457198" y="3478915"/>
              <a:ext cx="2094919" cy="450051"/>
            </a:xfrm>
            <a:prstGeom prst="rect">
              <a:avLst/>
            </a:prstGeom>
            <a:solidFill>
              <a:srgbClr val="DCEA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45CAE78-0826-2350-5E03-DABD754E10AC}"/>
                </a:ext>
              </a:extLst>
            </p:cNvPr>
            <p:cNvSpPr txBox="1"/>
            <p:nvPr/>
          </p:nvSpPr>
          <p:spPr>
            <a:xfrm>
              <a:off x="488922" y="3585739"/>
              <a:ext cx="206319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90600"/>
              <a:r>
                <a:rPr lang="en-ID" sz="1050" b="1" dirty="0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Panjang	: 508 Meter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6DAD067-8F3B-A62D-0003-BDC14C96FFAA}"/>
                </a:ext>
              </a:extLst>
            </p:cNvPr>
            <p:cNvSpPr/>
            <p:nvPr/>
          </p:nvSpPr>
          <p:spPr>
            <a:xfrm>
              <a:off x="2552118" y="3478916"/>
              <a:ext cx="1543074" cy="4500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87040D0-B8D3-F0DA-91EA-1A83CF989C01}"/>
                </a:ext>
              </a:extLst>
            </p:cNvPr>
            <p:cNvSpPr txBox="1"/>
            <p:nvPr/>
          </p:nvSpPr>
          <p:spPr>
            <a:xfrm>
              <a:off x="2762269" y="3552608"/>
              <a:ext cx="1122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D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Rusak Berat</a:t>
              </a:r>
              <a:endParaRPr lang="en-ID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26F3D09B-6811-EF6F-1F5B-CACF49CB59AE}"/>
              </a:ext>
            </a:extLst>
          </p:cNvPr>
          <p:cNvSpPr txBox="1"/>
          <p:nvPr/>
        </p:nvSpPr>
        <p:spPr>
          <a:xfrm>
            <a:off x="4265684" y="3816222"/>
            <a:ext cx="3637992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ID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PETAK STASIUN GEUREUGOK - KUTA BLANG </a:t>
            </a:r>
            <a:endParaRPr lang="en-ID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48107B3-6FC6-CF43-E0E3-07018FCBCAEA}"/>
              </a:ext>
            </a:extLst>
          </p:cNvPr>
          <p:cNvGrpSpPr/>
          <p:nvPr/>
        </p:nvGrpSpPr>
        <p:grpSpPr>
          <a:xfrm>
            <a:off x="4265682" y="5813058"/>
            <a:ext cx="3637994" cy="450051"/>
            <a:chOff x="457198" y="3478915"/>
            <a:chExt cx="3637994" cy="450051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C70793B-8236-7F7F-AE1D-9336EA94C638}"/>
                </a:ext>
              </a:extLst>
            </p:cNvPr>
            <p:cNvSpPr/>
            <p:nvPr/>
          </p:nvSpPr>
          <p:spPr>
            <a:xfrm>
              <a:off x="457198" y="3478915"/>
              <a:ext cx="2094919" cy="450051"/>
            </a:xfrm>
            <a:prstGeom prst="rect">
              <a:avLst/>
            </a:prstGeom>
            <a:solidFill>
              <a:srgbClr val="DCEA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6139CDD-278F-53F1-61BF-97484020F9E5}"/>
                </a:ext>
              </a:extLst>
            </p:cNvPr>
            <p:cNvSpPr txBox="1"/>
            <p:nvPr/>
          </p:nvSpPr>
          <p:spPr>
            <a:xfrm>
              <a:off x="488922" y="3596756"/>
              <a:ext cx="206319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90600"/>
              <a:r>
                <a:rPr lang="en-ID" sz="1050" b="1" dirty="0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Panjang	: 256 Meter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40E21A7-B25F-D4AB-0E0D-3405F2F22426}"/>
                </a:ext>
              </a:extLst>
            </p:cNvPr>
            <p:cNvSpPr/>
            <p:nvPr/>
          </p:nvSpPr>
          <p:spPr>
            <a:xfrm>
              <a:off x="2552118" y="3478916"/>
              <a:ext cx="1543074" cy="4500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758FE61-C966-2E03-10A4-705F21780579}"/>
                </a:ext>
              </a:extLst>
            </p:cNvPr>
            <p:cNvSpPr txBox="1"/>
            <p:nvPr/>
          </p:nvSpPr>
          <p:spPr>
            <a:xfrm>
              <a:off x="2762269" y="3552608"/>
              <a:ext cx="1122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D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Rusak Berat</a:t>
              </a:r>
              <a:endParaRPr lang="en-ID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84" name="object 3">
            <a:extLst>
              <a:ext uri="{FF2B5EF4-FFF2-40B4-BE49-F238E27FC236}">
                <a16:creationId xmlns:a16="http://schemas.microsoft.com/office/drawing/2014/main" id="{8B330DD8-A399-71F8-45E6-2D905C33AAE8}"/>
              </a:ext>
            </a:extLst>
          </p:cNvPr>
          <p:cNvPicPr/>
          <p:nvPr/>
        </p:nvPicPr>
        <p:blipFill>
          <a:blip r:embed="rId14" cstate="print"/>
          <a:srcRect l="3191" r="11772"/>
          <a:stretch>
            <a:fillRect/>
          </a:stretch>
        </p:blipFill>
        <p:spPr>
          <a:xfrm>
            <a:off x="2281678" y="4426562"/>
            <a:ext cx="1813513" cy="1343078"/>
          </a:xfrm>
          <a:prstGeom prst="rect">
            <a:avLst/>
          </a:prstGeom>
        </p:spPr>
      </p:pic>
      <p:pic>
        <p:nvPicPr>
          <p:cNvPr id="85" name="object 7">
            <a:extLst>
              <a:ext uri="{FF2B5EF4-FFF2-40B4-BE49-F238E27FC236}">
                <a16:creationId xmlns:a16="http://schemas.microsoft.com/office/drawing/2014/main" id="{85023BC1-7869-1627-197B-DE4F3CF37693}"/>
              </a:ext>
            </a:extLst>
          </p:cNvPr>
          <p:cNvPicPr/>
          <p:nvPr/>
        </p:nvPicPr>
        <p:blipFill>
          <a:blip r:embed="rId15" cstate="print"/>
          <a:srcRect t="1786"/>
          <a:stretch>
            <a:fillRect/>
          </a:stretch>
        </p:blipFill>
        <p:spPr>
          <a:xfrm>
            <a:off x="4265681" y="4429186"/>
            <a:ext cx="1813513" cy="1336859"/>
          </a:xfrm>
          <a:prstGeom prst="rect">
            <a:avLst/>
          </a:prstGeom>
        </p:spPr>
      </p:pic>
      <p:pic>
        <p:nvPicPr>
          <p:cNvPr id="86" name="object 8">
            <a:extLst>
              <a:ext uri="{FF2B5EF4-FFF2-40B4-BE49-F238E27FC236}">
                <a16:creationId xmlns:a16="http://schemas.microsoft.com/office/drawing/2014/main" id="{F1243739-87F2-D3CB-DCDB-987BF595C84B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111002" y="4429185"/>
            <a:ext cx="1781801" cy="1336859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F2E49565-B6D4-FD18-E253-31B1CA6C7600}"/>
              </a:ext>
            </a:extLst>
          </p:cNvPr>
          <p:cNvSpPr txBox="1"/>
          <p:nvPr/>
        </p:nvSpPr>
        <p:spPr>
          <a:xfrm>
            <a:off x="8084587" y="4089301"/>
            <a:ext cx="2583270" cy="529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700"/>
              </a:lnSpc>
            </a:pPr>
            <a:r>
              <a:rPr lang="en-ID" sz="24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lang="en-ID" sz="2400" b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Kerusakan</a:t>
            </a:r>
            <a:r>
              <a:rPr lang="en-ID" sz="24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2400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223781-E01B-2025-A600-14464A10F7ED}"/>
              </a:ext>
            </a:extLst>
          </p:cNvPr>
          <p:cNvSpPr txBox="1"/>
          <p:nvPr/>
        </p:nvSpPr>
        <p:spPr>
          <a:xfrm>
            <a:off x="8156608" y="5586941"/>
            <a:ext cx="27390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Rp.601,5 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AC1EC-A47E-F9C4-5C28-DD64FBBE42EA}"/>
              </a:ext>
            </a:extLst>
          </p:cNvPr>
          <p:cNvSpPr txBox="1"/>
          <p:nvPr/>
        </p:nvSpPr>
        <p:spPr>
          <a:xfrm>
            <a:off x="8113827" y="5108243"/>
            <a:ext cx="2348650" cy="529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700"/>
              </a:lnSpc>
            </a:pPr>
            <a:r>
              <a:rPr lang="en-ID" sz="2400" b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Estimasi</a:t>
            </a:r>
            <a:r>
              <a:rPr lang="en-ID" sz="24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400" b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Biaya</a:t>
            </a:r>
            <a:endParaRPr lang="en-ID" sz="2400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1FD70B-912D-B5F7-9F5B-B49154437702}"/>
              </a:ext>
            </a:extLst>
          </p:cNvPr>
          <p:cNvGrpSpPr/>
          <p:nvPr/>
        </p:nvGrpSpPr>
        <p:grpSpPr>
          <a:xfrm>
            <a:off x="481969" y="6451600"/>
            <a:ext cx="11281405" cy="365125"/>
            <a:chOff x="481969" y="6413500"/>
            <a:chExt cx="11281405" cy="36512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5DD4AB-3C69-FBE9-DFDF-50C8207EA80E}"/>
                </a:ext>
              </a:extLst>
            </p:cNvPr>
            <p:cNvSpPr txBox="1"/>
            <p:nvPr/>
          </p:nvSpPr>
          <p:spPr>
            <a:xfrm>
              <a:off x="481969" y="6464208"/>
              <a:ext cx="142303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 err="1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tanggap</a:t>
              </a:r>
              <a:r>
                <a:rPr lang="en-US" sz="1200" b="1" i="1" dirty="0" err="1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darurat</a:t>
              </a:r>
              <a:endParaRPr lang="en-US" sz="1200" b="1" i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Slide Number Placeholder 8">
              <a:extLst>
                <a:ext uri="{FF2B5EF4-FFF2-40B4-BE49-F238E27FC236}">
                  <a16:creationId xmlns:a16="http://schemas.microsoft.com/office/drawing/2014/main" id="{0AAD8C63-214B-3A76-1676-F438EFDB9CBD}"/>
                </a:ext>
              </a:extLst>
            </p:cNvPr>
            <p:cNvSpPr txBox="1">
              <a:spLocks/>
            </p:cNvSpPr>
            <p:nvPr/>
          </p:nvSpPr>
          <p:spPr>
            <a:xfrm>
              <a:off x="11391899" y="6413500"/>
              <a:ext cx="371475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fld id="{65471E5F-45E6-48A4-B9C3-ACF3FFDA0099}" type="slidenum">
                <a:rPr lang="en-ID" smtClean="0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 algn="ctr"/>
                <a:t>6</a:t>
              </a:fld>
              <a:endParaRPr lang="en-ID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DAB6931-CF82-82FE-83D3-810D55D149EF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1905000" y="6602708"/>
              <a:ext cx="9391650" cy="0"/>
            </a:xfrm>
            <a:prstGeom prst="line">
              <a:avLst/>
            </a:prstGeom>
            <a:ln w="12700">
              <a:solidFill>
                <a:srgbClr val="0B66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59005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97107-3B33-B31F-B182-E083E607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F1806A-D29F-C634-2A38-D70DEAD24351}"/>
              </a:ext>
            </a:extLst>
          </p:cNvPr>
          <p:cNvSpPr/>
          <p:nvPr/>
        </p:nvSpPr>
        <p:spPr>
          <a:xfrm>
            <a:off x="0" y="-1"/>
            <a:ext cx="12192000" cy="6365871"/>
          </a:xfrm>
          <a:prstGeom prst="rect">
            <a:avLst/>
          </a:prstGeom>
          <a:solidFill>
            <a:srgbClr val="020C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A377326-9D55-D7EE-B7AB-AA47C97B1D92}"/>
              </a:ext>
            </a:extLst>
          </p:cNvPr>
          <p:cNvSpPr txBox="1"/>
          <p:nvPr/>
        </p:nvSpPr>
        <p:spPr>
          <a:xfrm>
            <a:off x="714599" y="1201918"/>
            <a:ext cx="4515018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Prasarana Gedung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Pengujian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Kendaraan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Bermotor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B54A42-9B85-C883-FC28-1563968F9831}"/>
              </a:ext>
            </a:extLst>
          </p:cNvPr>
          <p:cNvSpPr txBox="1"/>
          <p:nvPr/>
        </p:nvSpPr>
        <p:spPr>
          <a:xfrm>
            <a:off x="481969" y="6416583"/>
            <a:ext cx="1423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tanggap</a:t>
            </a:r>
            <a:r>
              <a:rPr lang="en-US" sz="1200" b="1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darurat</a:t>
            </a:r>
            <a:endParaRPr lang="en-US" sz="1200" b="1" i="1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9D744063-1AF7-4D68-7E98-6E7BD2AFCC3C}"/>
              </a:ext>
            </a:extLst>
          </p:cNvPr>
          <p:cNvSpPr txBox="1">
            <a:spLocks/>
          </p:cNvSpPr>
          <p:nvPr/>
        </p:nvSpPr>
        <p:spPr>
          <a:xfrm>
            <a:off x="11391899" y="6365875"/>
            <a:ext cx="371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5471E5F-45E6-48A4-B9C3-ACF3FFDA0099}" type="slidenum">
              <a:rPr lang="en-ID" smtClean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7</a:t>
            </a:fld>
            <a:endParaRPr lang="en-ID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194C52-A39F-42B7-9529-D7617B30AF7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905000" y="6555083"/>
            <a:ext cx="9391650" cy="0"/>
          </a:xfrm>
          <a:prstGeom prst="line">
            <a:avLst/>
          </a:prstGeom>
          <a:ln w="12700">
            <a:solidFill>
              <a:srgbClr val="0B6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23311C-7817-D139-B19D-A5B4BF795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377744"/>
            <a:ext cx="1066800" cy="40187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9B4395B-F5F9-4E05-9104-71D307D6DD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4000" y="377744"/>
            <a:ext cx="1168400" cy="302574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E12FAA-5C4F-5448-F074-43D954B70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18653"/>
              </p:ext>
            </p:extLst>
          </p:nvPr>
        </p:nvGraphicFramePr>
        <p:xfrm>
          <a:off x="5542960" y="1023458"/>
          <a:ext cx="6039438" cy="4238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317">
                  <a:extLst>
                    <a:ext uri="{9D8B030D-6E8A-4147-A177-3AD203B41FA5}">
                      <a16:colId xmlns:a16="http://schemas.microsoft.com/office/drawing/2014/main" val="1189276779"/>
                    </a:ext>
                  </a:extLst>
                </a:gridCol>
                <a:gridCol w="3809998">
                  <a:extLst>
                    <a:ext uri="{9D8B030D-6E8A-4147-A177-3AD203B41FA5}">
                      <a16:colId xmlns:a16="http://schemas.microsoft.com/office/drawing/2014/main" val="2850918746"/>
                    </a:ext>
                  </a:extLst>
                </a:gridCol>
                <a:gridCol w="1713123">
                  <a:extLst>
                    <a:ext uri="{9D8B030D-6E8A-4147-A177-3AD203B41FA5}">
                      <a16:colId xmlns:a16="http://schemas.microsoft.com/office/drawing/2014/main" val="754166904"/>
                    </a:ext>
                  </a:extLst>
                </a:gridCol>
              </a:tblGrid>
              <a:tr h="416723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D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Fasilitas</a:t>
                      </a:r>
                      <a:r>
                        <a:rPr lang="en-US" sz="1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Perhubungan</a:t>
                      </a:r>
                      <a:endParaRPr lang="en-ID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Kondisi</a:t>
                      </a:r>
                      <a:endParaRPr lang="en-ID" sz="11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13286"/>
                  </a:ext>
                </a:extLst>
              </a:tr>
              <a:tr h="4777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1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UPTD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Pengujian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Kendaraan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Bermotor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Pidie Jaya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828048"/>
                  </a:ext>
                </a:extLst>
              </a:tr>
              <a:tr h="4777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1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UPUBKB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Bireuen</a:t>
                      </a:r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9720"/>
                  </a:ext>
                </a:extLst>
              </a:tr>
              <a:tr h="4777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D" sz="11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Gedung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Pengujian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Kendaraan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Bermotor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Lhokseumawe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84556"/>
                  </a:ext>
                </a:extLst>
              </a:tr>
              <a:tr h="4777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1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UPT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Pengujian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Kendaraan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Bermotor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Aceh Timur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Berat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29943"/>
                  </a:ext>
                </a:extLst>
              </a:tr>
              <a:tr h="4777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D" sz="11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Gedung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Pengujian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Kendaraan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Bermotor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Aceh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Tamiang</a:t>
                      </a:r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598224"/>
                  </a:ext>
                </a:extLst>
              </a:tr>
              <a:tr h="4777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1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Gedung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Pengujian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Kendaraan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Bermotor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Aceh Tengah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129780"/>
                  </a:ext>
                </a:extLst>
              </a:tr>
              <a:tr h="4777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D" sz="11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1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UPTD Pengujian Kendaraan Bermotor Nagan Raya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787325"/>
                  </a:ext>
                </a:extLst>
              </a:tr>
              <a:tr h="4777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D" sz="11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Gedung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Pengujian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Kendaraan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Bermotor</a:t>
                      </a:r>
                      <a:r>
                        <a:rPr lang="en-ID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Subulussalam</a:t>
                      </a:r>
                      <a:endParaRPr lang="en-ID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56101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68A708B-F800-787E-1E6D-45CE3BA65AF5}"/>
              </a:ext>
            </a:extLst>
          </p:cNvPr>
          <p:cNvSpPr txBox="1"/>
          <p:nvPr/>
        </p:nvSpPr>
        <p:spPr>
          <a:xfrm>
            <a:off x="7889993" y="5371116"/>
            <a:ext cx="1534999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ID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Estimasi</a:t>
            </a:r>
            <a:r>
              <a:rPr lang="en-ID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Biaya</a:t>
            </a:r>
            <a:endParaRPr lang="en-ID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67B6AE-9077-A93C-0EF0-07D515C4EABF}"/>
              </a:ext>
            </a:extLst>
          </p:cNvPr>
          <p:cNvSpPr/>
          <p:nvPr/>
        </p:nvSpPr>
        <p:spPr>
          <a:xfrm>
            <a:off x="9594078" y="5398356"/>
            <a:ext cx="1988322" cy="707886"/>
          </a:xfrm>
          <a:prstGeom prst="rect">
            <a:avLst/>
          </a:prstGeom>
          <a:solidFill>
            <a:srgbClr val="1F4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827AE2-D700-2988-0904-680F82AAEBFA}"/>
              </a:ext>
            </a:extLst>
          </p:cNvPr>
          <p:cNvSpPr txBox="1"/>
          <p:nvPr/>
        </p:nvSpPr>
        <p:spPr>
          <a:xfrm>
            <a:off x="9671198" y="5429815"/>
            <a:ext cx="20135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Rp.51 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41F9B9-F168-C39B-2366-2516533216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04"/>
          <a:stretch>
            <a:fillRect/>
          </a:stretch>
        </p:blipFill>
        <p:spPr>
          <a:xfrm>
            <a:off x="714599" y="2957060"/>
            <a:ext cx="4695150" cy="269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934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39FB6-5BC9-06DE-B471-E18C6E78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FB16E1-3203-9BEA-73C8-235EDAF51D18}"/>
              </a:ext>
            </a:extLst>
          </p:cNvPr>
          <p:cNvSpPr/>
          <p:nvPr/>
        </p:nvSpPr>
        <p:spPr>
          <a:xfrm>
            <a:off x="0" y="-1"/>
            <a:ext cx="12192000" cy="6365871"/>
          </a:xfrm>
          <a:prstGeom prst="rect">
            <a:avLst/>
          </a:prstGeom>
          <a:solidFill>
            <a:srgbClr val="020C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8EBDD2E-B4DC-A31F-2927-424B46245D7F}"/>
              </a:ext>
            </a:extLst>
          </p:cNvPr>
          <p:cNvSpPr txBox="1"/>
          <p:nvPr/>
        </p:nvSpPr>
        <p:spPr>
          <a:xfrm>
            <a:off x="554144" y="1157366"/>
            <a:ext cx="6758597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Prasarana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Fasilitas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Perlengkapan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Jalan (Marka &amp; Guardrail)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9FA482-B8AA-21E9-FE30-529883242CFF}"/>
              </a:ext>
            </a:extLst>
          </p:cNvPr>
          <p:cNvSpPr txBox="1"/>
          <p:nvPr/>
        </p:nvSpPr>
        <p:spPr>
          <a:xfrm>
            <a:off x="481969" y="6416583"/>
            <a:ext cx="1423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tanggap</a:t>
            </a:r>
            <a:r>
              <a:rPr lang="en-US" sz="1200" b="1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darurat</a:t>
            </a:r>
            <a:endParaRPr lang="en-US" sz="1200" b="1" i="1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185C4F1C-679D-7DE7-3F26-34633F2C674F}"/>
              </a:ext>
            </a:extLst>
          </p:cNvPr>
          <p:cNvSpPr txBox="1">
            <a:spLocks/>
          </p:cNvSpPr>
          <p:nvPr/>
        </p:nvSpPr>
        <p:spPr>
          <a:xfrm>
            <a:off x="11391899" y="6365875"/>
            <a:ext cx="371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5471E5F-45E6-48A4-B9C3-ACF3FFDA0099}" type="slidenum">
              <a:rPr lang="en-ID" smtClean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8</a:t>
            </a:fld>
            <a:endParaRPr lang="en-ID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91644E-B639-B068-15ED-00046BA99DD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905000" y="6555083"/>
            <a:ext cx="9391650" cy="0"/>
          </a:xfrm>
          <a:prstGeom prst="line">
            <a:avLst/>
          </a:prstGeom>
          <a:ln w="12700">
            <a:solidFill>
              <a:srgbClr val="0B6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7C250BE3-60E2-A7D6-440C-1369DCDF5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377744"/>
            <a:ext cx="1066800" cy="40187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8C27711-FFC7-920B-E2AC-AE053F3281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4000" y="377744"/>
            <a:ext cx="1168400" cy="30257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D2FBB2C-E48F-EB3E-2B37-0F6F3678AFC6}"/>
              </a:ext>
            </a:extLst>
          </p:cNvPr>
          <p:cNvGrpSpPr/>
          <p:nvPr/>
        </p:nvGrpSpPr>
        <p:grpSpPr>
          <a:xfrm>
            <a:off x="534527" y="2320733"/>
            <a:ext cx="7146963" cy="2647194"/>
            <a:chOff x="676133" y="2320732"/>
            <a:chExt cx="7955380" cy="2946627"/>
          </a:xfrm>
        </p:grpSpPr>
        <p:pic>
          <p:nvPicPr>
            <p:cNvPr id="10" name="Picture 9" descr="A dirt road with trees and power lines&#10;&#10;AI-generated content may be incorrect.">
              <a:extLst>
                <a:ext uri="{FF2B5EF4-FFF2-40B4-BE49-F238E27FC236}">
                  <a16:creationId xmlns:a16="http://schemas.microsoft.com/office/drawing/2014/main" id="{B3ECF939-2746-0FA2-8121-14059241F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133" y="2320732"/>
              <a:ext cx="3928835" cy="2946627"/>
            </a:xfrm>
            <a:prstGeom prst="rect">
              <a:avLst/>
            </a:prstGeom>
          </p:spPr>
        </p:pic>
        <p:pic>
          <p:nvPicPr>
            <p:cNvPr id="14" name="Picture 13" descr="A truck on a dirt road&#10;&#10;AI-generated content may be incorrect.">
              <a:extLst>
                <a:ext uri="{FF2B5EF4-FFF2-40B4-BE49-F238E27FC236}">
                  <a16:creationId xmlns:a16="http://schemas.microsoft.com/office/drawing/2014/main" id="{90F0DA6F-F6C1-3CB8-9DA8-518F32BEA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2677" y="2320732"/>
              <a:ext cx="3928836" cy="294662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22F7A7A-817E-FF5B-0D94-76C6101E172B}"/>
              </a:ext>
            </a:extLst>
          </p:cNvPr>
          <p:cNvSpPr txBox="1"/>
          <p:nvPr/>
        </p:nvSpPr>
        <p:spPr>
          <a:xfrm>
            <a:off x="1272294" y="5060256"/>
            <a:ext cx="558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Ruas Jalan Kota Karang Baru - Batas Aceh Timur</a:t>
            </a:r>
            <a:endParaRPr lang="en-ID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2BF46E1-57EB-2EB6-5F0C-556D98D2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849204"/>
              </p:ext>
            </p:extLst>
          </p:nvPr>
        </p:nvGraphicFramePr>
        <p:xfrm>
          <a:off x="7769270" y="1188646"/>
          <a:ext cx="4221625" cy="3887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834">
                  <a:extLst>
                    <a:ext uri="{9D8B030D-6E8A-4147-A177-3AD203B41FA5}">
                      <a16:colId xmlns:a16="http://schemas.microsoft.com/office/drawing/2014/main" val="1189276779"/>
                    </a:ext>
                  </a:extLst>
                </a:gridCol>
                <a:gridCol w="1894056">
                  <a:extLst>
                    <a:ext uri="{9D8B030D-6E8A-4147-A177-3AD203B41FA5}">
                      <a16:colId xmlns:a16="http://schemas.microsoft.com/office/drawing/2014/main" val="2850918746"/>
                    </a:ext>
                  </a:extLst>
                </a:gridCol>
                <a:gridCol w="1158627">
                  <a:extLst>
                    <a:ext uri="{9D8B030D-6E8A-4147-A177-3AD203B41FA5}">
                      <a16:colId xmlns:a16="http://schemas.microsoft.com/office/drawing/2014/main" val="754166904"/>
                    </a:ext>
                  </a:extLst>
                </a:gridCol>
                <a:gridCol w="753108">
                  <a:extLst>
                    <a:ext uri="{9D8B030D-6E8A-4147-A177-3AD203B41FA5}">
                      <a16:colId xmlns:a16="http://schemas.microsoft.com/office/drawing/2014/main" val="3961482783"/>
                    </a:ext>
                  </a:extLst>
                </a:gridCol>
              </a:tblGrid>
              <a:tr h="464973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D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Kabupaten</a:t>
                      </a:r>
                      <a:r>
                        <a:rPr lang="en-U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/Kota</a:t>
                      </a:r>
                      <a:endParaRPr lang="en-ID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Kondisi</a:t>
                      </a:r>
                      <a:endParaRPr lang="en-ID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Jumlah</a:t>
                      </a:r>
                      <a:r>
                        <a:rPr lang="en-U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(meter)</a:t>
                      </a:r>
                      <a:endParaRPr lang="en-ID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13286"/>
                  </a:ext>
                </a:extLst>
              </a:tr>
              <a:tr h="4851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Aceh </a:t>
                      </a:r>
                      <a:r>
                        <a:rPr lang="en-ID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Tamiang</a:t>
                      </a:r>
                      <a:endParaRPr lang="en-ID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Berat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828048"/>
                  </a:ext>
                </a:extLst>
              </a:tr>
              <a:tr h="4851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lang="en-ID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ceh</a:t>
                      </a: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Utara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Berat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30.144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49720"/>
                  </a:ext>
                </a:extLst>
              </a:tr>
              <a:tr h="4851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Aceh Tengah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Berat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766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84556"/>
                  </a:ext>
                </a:extLst>
              </a:tr>
              <a:tr h="4851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Bener</a:t>
                      </a: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Meriah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Berat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6.465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29943"/>
                  </a:ext>
                </a:extLst>
              </a:tr>
              <a:tr h="4851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Gayo Lues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Berat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15.132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598224"/>
                  </a:ext>
                </a:extLst>
              </a:tr>
              <a:tr h="4851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lang="en-ID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ceh</a:t>
                      </a: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Singkil</a:t>
                      </a:r>
                      <a:endParaRPr lang="en-ID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Berat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8.283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129780"/>
                  </a:ext>
                </a:extLst>
              </a:tr>
              <a:tr h="4851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Aceh Selatan</a:t>
                      </a:r>
                      <a:endParaRPr lang="en-ID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400" dirty="0">
                          <a:solidFill>
                            <a:srgbClr val="020C4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Berat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78732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B261B72-E853-BF3C-5F3A-99F6FA798C51}"/>
              </a:ext>
            </a:extLst>
          </p:cNvPr>
          <p:cNvSpPr txBox="1"/>
          <p:nvPr/>
        </p:nvSpPr>
        <p:spPr>
          <a:xfrm>
            <a:off x="1285152" y="5383422"/>
            <a:ext cx="5557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</a:t>
            </a:r>
            <a:r>
              <a:rPr lang="pl-P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ambu,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pl-P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arka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pl-P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pl-P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aku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pl-P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arka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rusak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hilang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l-P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A8E460-40B0-A78D-E4C6-5E35A0165D72}"/>
              </a:ext>
            </a:extLst>
          </p:cNvPr>
          <p:cNvSpPr txBox="1"/>
          <p:nvPr/>
        </p:nvSpPr>
        <p:spPr>
          <a:xfrm>
            <a:off x="7729061" y="5596279"/>
            <a:ext cx="2348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65.150 Meter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C3C4A4-EAB0-C5A2-FA70-AA3C15A25332}"/>
              </a:ext>
            </a:extLst>
          </p:cNvPr>
          <p:cNvSpPr txBox="1"/>
          <p:nvPr/>
        </p:nvSpPr>
        <p:spPr>
          <a:xfrm>
            <a:off x="7681490" y="5307207"/>
            <a:ext cx="2583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lang="en-ID" sz="1600" b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Kerusakan</a:t>
            </a:r>
            <a:r>
              <a:rPr lang="en-ID" sz="16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600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5FC194-C5EB-D1AD-9622-B64F7510D816}"/>
              </a:ext>
            </a:extLst>
          </p:cNvPr>
          <p:cNvSpPr txBox="1"/>
          <p:nvPr/>
        </p:nvSpPr>
        <p:spPr>
          <a:xfrm>
            <a:off x="10216106" y="5596279"/>
            <a:ext cx="15673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Rp.24 M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C98267-6B5C-D74E-9926-39225041E698}"/>
              </a:ext>
            </a:extLst>
          </p:cNvPr>
          <p:cNvCxnSpPr>
            <a:cxnSpLocks/>
          </p:cNvCxnSpPr>
          <p:nvPr/>
        </p:nvCxnSpPr>
        <p:spPr>
          <a:xfrm>
            <a:off x="10097355" y="5429588"/>
            <a:ext cx="0" cy="626172"/>
          </a:xfrm>
          <a:prstGeom prst="line">
            <a:avLst/>
          </a:prstGeom>
          <a:ln>
            <a:solidFill>
              <a:srgbClr val="1F4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ECA5989-E646-7754-FD55-EBBDDFB329C8}"/>
              </a:ext>
            </a:extLst>
          </p:cNvPr>
          <p:cNvSpPr txBox="1"/>
          <p:nvPr/>
        </p:nvSpPr>
        <p:spPr>
          <a:xfrm>
            <a:off x="10216106" y="5319560"/>
            <a:ext cx="17100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Estimasi</a:t>
            </a:r>
            <a:r>
              <a:rPr lang="en-ID" sz="16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b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Biaya</a:t>
            </a:r>
            <a:endParaRPr lang="en-ID" sz="1600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403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4127C-42A7-C183-3C58-CBEA94F36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702930-437A-148B-788C-85260638CBBF}"/>
              </a:ext>
            </a:extLst>
          </p:cNvPr>
          <p:cNvSpPr/>
          <p:nvPr/>
        </p:nvSpPr>
        <p:spPr>
          <a:xfrm>
            <a:off x="0" y="-1"/>
            <a:ext cx="12192000" cy="6365871"/>
          </a:xfrm>
          <a:prstGeom prst="rect">
            <a:avLst/>
          </a:prstGeom>
          <a:solidFill>
            <a:srgbClr val="020C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FAB5EFF-5A9B-DB80-D067-1E3D3FB319AD}"/>
              </a:ext>
            </a:extLst>
          </p:cNvPr>
          <p:cNvSpPr txBox="1"/>
          <p:nvPr/>
        </p:nvSpPr>
        <p:spPr>
          <a:xfrm>
            <a:off x="554145" y="935155"/>
            <a:ext cx="5753178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Prasarana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Fasilitas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Perlengkapan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Jalan </a:t>
            </a:r>
          </a:p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Rambu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, APJ, Delineator, TL,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Cermin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dll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)</a:t>
            </a:r>
            <a:endParaRPr lang="en-US" sz="2800" b="1" dirty="0">
              <a:solidFill>
                <a:schemeClr val="bg1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98631A-15DA-7440-F3E1-4550077E2D7A}"/>
              </a:ext>
            </a:extLst>
          </p:cNvPr>
          <p:cNvSpPr txBox="1"/>
          <p:nvPr/>
        </p:nvSpPr>
        <p:spPr>
          <a:xfrm>
            <a:off x="481969" y="6416583"/>
            <a:ext cx="1423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tanggap</a:t>
            </a:r>
            <a:r>
              <a:rPr lang="en-US" sz="1200" b="1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darurat</a:t>
            </a:r>
            <a:endParaRPr lang="en-US" sz="1200" b="1" i="1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EAE5A25B-5322-086B-C25E-856F8879DF35}"/>
              </a:ext>
            </a:extLst>
          </p:cNvPr>
          <p:cNvSpPr txBox="1">
            <a:spLocks/>
          </p:cNvSpPr>
          <p:nvPr/>
        </p:nvSpPr>
        <p:spPr>
          <a:xfrm>
            <a:off x="11391899" y="6365875"/>
            <a:ext cx="371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5471E5F-45E6-48A4-B9C3-ACF3FFDA0099}" type="slidenum">
              <a:rPr lang="en-ID" smtClean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9</a:t>
            </a:fld>
            <a:endParaRPr lang="en-ID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C29A70-F1B0-5D86-23EB-098B3C38495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905000" y="6555083"/>
            <a:ext cx="9391650" cy="0"/>
          </a:xfrm>
          <a:prstGeom prst="line">
            <a:avLst/>
          </a:prstGeom>
          <a:ln w="12700">
            <a:solidFill>
              <a:srgbClr val="0B6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3FFF4D5C-D036-9E16-DE4B-7351F063D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377744"/>
            <a:ext cx="1066800" cy="40187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AD9D743-5D3E-5D95-B3FF-DED1564407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4000" y="377744"/>
            <a:ext cx="1168400" cy="302574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E19F333-0CC6-5728-155B-1ED637B24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629444"/>
              </p:ext>
            </p:extLst>
          </p:nvPr>
        </p:nvGraphicFramePr>
        <p:xfrm>
          <a:off x="6495069" y="1188646"/>
          <a:ext cx="5352544" cy="3952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581">
                  <a:extLst>
                    <a:ext uri="{9D8B030D-6E8A-4147-A177-3AD203B41FA5}">
                      <a16:colId xmlns:a16="http://schemas.microsoft.com/office/drawing/2014/main" val="1189276779"/>
                    </a:ext>
                  </a:extLst>
                </a:gridCol>
                <a:gridCol w="1355645">
                  <a:extLst>
                    <a:ext uri="{9D8B030D-6E8A-4147-A177-3AD203B41FA5}">
                      <a16:colId xmlns:a16="http://schemas.microsoft.com/office/drawing/2014/main" val="2850918746"/>
                    </a:ext>
                  </a:extLst>
                </a:gridCol>
                <a:gridCol w="767864">
                  <a:extLst>
                    <a:ext uri="{9D8B030D-6E8A-4147-A177-3AD203B41FA5}">
                      <a16:colId xmlns:a16="http://schemas.microsoft.com/office/drawing/2014/main" val="754166904"/>
                    </a:ext>
                  </a:extLst>
                </a:gridCol>
                <a:gridCol w="1027521">
                  <a:extLst>
                    <a:ext uri="{9D8B030D-6E8A-4147-A177-3AD203B41FA5}">
                      <a16:colId xmlns:a16="http://schemas.microsoft.com/office/drawing/2014/main" val="1736629015"/>
                    </a:ext>
                  </a:extLst>
                </a:gridCol>
                <a:gridCol w="845264">
                  <a:extLst>
                    <a:ext uri="{9D8B030D-6E8A-4147-A177-3AD203B41FA5}">
                      <a16:colId xmlns:a16="http://schemas.microsoft.com/office/drawing/2014/main" val="2799669107"/>
                    </a:ext>
                  </a:extLst>
                </a:gridCol>
                <a:gridCol w="915669">
                  <a:extLst>
                    <a:ext uri="{9D8B030D-6E8A-4147-A177-3AD203B41FA5}">
                      <a16:colId xmlns:a16="http://schemas.microsoft.com/office/drawing/2014/main" val="3961482783"/>
                    </a:ext>
                  </a:extLst>
                </a:gridCol>
              </a:tblGrid>
              <a:tr h="39016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D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Kabupaten</a:t>
                      </a:r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b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Kota</a:t>
                      </a:r>
                      <a:endParaRPr lang="en-ID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Kondisi</a:t>
                      </a:r>
                      <a:endParaRPr lang="en-ID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D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D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Jumlah</a:t>
                      </a:r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(Unit)</a:t>
                      </a:r>
                      <a:endParaRPr lang="en-ID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13286"/>
                  </a:ext>
                </a:extLst>
              </a:tr>
              <a:tr h="452375">
                <a:tc vMerge="1">
                  <a:txBody>
                    <a:bodyPr/>
                    <a:lstStyle/>
                    <a:p>
                      <a:pPr algn="ctr"/>
                      <a:endParaRPr lang="en-ID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D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</a:t>
                      </a:r>
                      <a:r>
                        <a:rPr lang="en-US" sz="1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Ringan</a:t>
                      </a:r>
                      <a:endParaRPr lang="en-ID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Sedang</a:t>
                      </a:r>
                      <a:endParaRPr lang="en-ID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Rusak Berat</a:t>
                      </a:r>
                      <a:endParaRPr lang="en-ID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D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824" marR="64824" marT="32412" marB="32412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446750"/>
                  </a:ext>
                </a:extLst>
              </a:tr>
              <a:tr h="3850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Aceh </a:t>
                      </a:r>
                      <a:r>
                        <a:rPr lang="en-ID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Tamiang</a:t>
                      </a:r>
                      <a:endParaRPr lang="en-ID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358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828048"/>
                  </a:ext>
                </a:extLst>
              </a:tr>
              <a:tr h="3850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lang="en-ID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ceh</a:t>
                      </a: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Utara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4.221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4.221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49720"/>
                  </a:ext>
                </a:extLst>
              </a:tr>
              <a:tr h="3850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Aceh Tengah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1.603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1.603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84556"/>
                  </a:ext>
                </a:extLst>
              </a:tr>
              <a:tr h="3850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Bener</a:t>
                      </a: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Meriah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1.636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1.636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29943"/>
                  </a:ext>
                </a:extLst>
              </a:tr>
              <a:tr h="3850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Pidie Jaya</a:t>
                      </a:r>
                      <a:endParaRPr lang="en-ID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ID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99560"/>
                  </a:ext>
                </a:extLst>
              </a:tr>
              <a:tr h="3850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</a:t>
                      </a:r>
                      <a:r>
                        <a:rPr lang="en-ID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idie</a:t>
                      </a:r>
                      <a:endParaRPr lang="en-ID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598224"/>
                  </a:ext>
                </a:extLst>
              </a:tr>
              <a:tr h="4148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lang="en-ID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ceh</a:t>
                      </a: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Singkil</a:t>
                      </a:r>
                      <a:endParaRPr lang="en-ID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473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473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129780"/>
                  </a:ext>
                </a:extLst>
              </a:tr>
              <a:tr h="3850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Aceh Selatan</a:t>
                      </a:r>
                      <a:endParaRPr lang="en-ID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1.287</a:t>
                      </a: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D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1.287</a:t>
                      </a:r>
                    </a:p>
                  </a:txBody>
                  <a:tcPr marL="6753" marR="6753" marT="6753" marB="0" anchor="ctr">
                    <a:lnL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78732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197D096-94B2-491B-AE5C-F50121BCC81F}"/>
              </a:ext>
            </a:extLst>
          </p:cNvPr>
          <p:cNvSpPr txBox="1"/>
          <p:nvPr/>
        </p:nvSpPr>
        <p:spPr>
          <a:xfrm>
            <a:off x="1376035" y="5800874"/>
            <a:ext cx="4036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Traffic Light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Simpang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Telkom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Tamiang</a:t>
            </a:r>
            <a:endParaRPr lang="en-ID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73EBE7-4580-82E0-3745-DF1B30AA6B2E}"/>
              </a:ext>
            </a:extLst>
          </p:cNvPr>
          <p:cNvSpPr txBox="1"/>
          <p:nvPr/>
        </p:nvSpPr>
        <p:spPr>
          <a:xfrm>
            <a:off x="6495069" y="5596279"/>
            <a:ext cx="2348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9.606 Meter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A4563D-FB01-D818-91C6-FDD461160336}"/>
              </a:ext>
            </a:extLst>
          </p:cNvPr>
          <p:cNvSpPr txBox="1"/>
          <p:nvPr/>
        </p:nvSpPr>
        <p:spPr>
          <a:xfrm>
            <a:off x="6577732" y="5305980"/>
            <a:ext cx="2583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lang="en-ID" sz="1600" b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Kerusakan</a:t>
            </a:r>
            <a:r>
              <a:rPr lang="en-ID" sz="16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sz="1600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D13F30-243A-B985-645B-9F1E4F059B08}"/>
              </a:ext>
            </a:extLst>
          </p:cNvPr>
          <p:cNvSpPr txBox="1"/>
          <p:nvPr/>
        </p:nvSpPr>
        <p:spPr>
          <a:xfrm>
            <a:off x="9323488" y="5582699"/>
            <a:ext cx="20684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Rp.24 M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06A89BE-C61F-718D-FD61-8AE12AE7A71F}"/>
              </a:ext>
            </a:extLst>
          </p:cNvPr>
          <p:cNvCxnSpPr>
            <a:cxnSpLocks/>
          </p:cNvCxnSpPr>
          <p:nvPr/>
        </p:nvCxnSpPr>
        <p:spPr>
          <a:xfrm>
            <a:off x="9019600" y="5387956"/>
            <a:ext cx="0" cy="626172"/>
          </a:xfrm>
          <a:prstGeom prst="line">
            <a:avLst/>
          </a:prstGeom>
          <a:ln>
            <a:solidFill>
              <a:srgbClr val="1F4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DC14D13-B8B6-9CEB-70D3-5264117D35AA}"/>
              </a:ext>
            </a:extLst>
          </p:cNvPr>
          <p:cNvSpPr txBox="1"/>
          <p:nvPr/>
        </p:nvSpPr>
        <p:spPr>
          <a:xfrm>
            <a:off x="9323488" y="5305980"/>
            <a:ext cx="17100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b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Estimasi</a:t>
            </a:r>
            <a:r>
              <a:rPr lang="en-ID" sz="1600" b="1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600" b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Biaya</a:t>
            </a:r>
            <a:endParaRPr lang="en-ID" sz="1600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muddy road with cars and people on it&#10;&#10;AI-generated content may be incorrect.">
            <a:extLst>
              <a:ext uri="{FF2B5EF4-FFF2-40B4-BE49-F238E27FC236}">
                <a16:creationId xmlns:a16="http://schemas.microsoft.com/office/drawing/2014/main" id="{EA6EBA3F-8B42-4479-6BF6-4927EA238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7" b="6157"/>
          <a:stretch>
            <a:fillRect/>
          </a:stretch>
        </p:blipFill>
        <p:spPr>
          <a:xfrm>
            <a:off x="517723" y="2519620"/>
            <a:ext cx="5753178" cy="317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65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501E1-3A78-28C7-EA3D-F58ABFD4C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F052B5-838E-76EE-64C5-A647A6D7ECD5}"/>
              </a:ext>
            </a:extLst>
          </p:cNvPr>
          <p:cNvSpPr/>
          <p:nvPr/>
        </p:nvSpPr>
        <p:spPr>
          <a:xfrm>
            <a:off x="0" y="-87786"/>
            <a:ext cx="12192000" cy="6365871"/>
          </a:xfrm>
          <a:prstGeom prst="rect">
            <a:avLst/>
          </a:prstGeom>
          <a:solidFill>
            <a:srgbClr val="020C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9D7ACD8-BE02-C3EB-2350-209011BB1E4B}"/>
              </a:ext>
            </a:extLst>
          </p:cNvPr>
          <p:cNvSpPr txBox="1"/>
          <p:nvPr/>
        </p:nvSpPr>
        <p:spPr>
          <a:xfrm>
            <a:off x="3315265" y="329535"/>
            <a:ext cx="4895286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Sarana </a:t>
            </a:r>
            <a:r>
              <a:rPr lang="pl-PL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Mobil 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</a:t>
            </a:r>
            <a:r>
              <a:rPr lang="pl-PL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atroli 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&amp;</a:t>
            </a:r>
            <a:r>
              <a:rPr lang="pl-PL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B</a:t>
            </a:r>
            <a:r>
              <a:rPr lang="pl-PL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us </a:t>
            </a: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S</a:t>
            </a:r>
            <a:r>
              <a:rPr lang="pl-PL" sz="32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ekolah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0AFC5F-7727-1A8F-B498-C1F98E487D74}"/>
              </a:ext>
            </a:extLst>
          </p:cNvPr>
          <p:cNvSpPr txBox="1"/>
          <p:nvPr/>
        </p:nvSpPr>
        <p:spPr>
          <a:xfrm>
            <a:off x="481969" y="6416583"/>
            <a:ext cx="14230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tanggap</a:t>
            </a:r>
            <a:r>
              <a:rPr lang="en-US" sz="1200" b="1" i="1" dirty="0" err="1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darurat</a:t>
            </a:r>
            <a:endParaRPr lang="en-US" sz="1200" b="1" i="1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CE78C2A8-BF05-F05F-B36C-E331BD0A7EBF}"/>
              </a:ext>
            </a:extLst>
          </p:cNvPr>
          <p:cNvSpPr txBox="1">
            <a:spLocks/>
          </p:cNvSpPr>
          <p:nvPr/>
        </p:nvSpPr>
        <p:spPr>
          <a:xfrm>
            <a:off x="11391899" y="6365875"/>
            <a:ext cx="371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5471E5F-45E6-48A4-B9C3-ACF3FFDA0099}" type="slidenum">
              <a:rPr lang="en-ID" smtClean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10</a:t>
            </a:fld>
            <a:endParaRPr lang="en-ID" dirty="0">
              <a:solidFill>
                <a:srgbClr val="1F48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477A29-B94B-AD28-1B44-D2FD045DBBA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905000" y="6555083"/>
            <a:ext cx="9391650" cy="0"/>
          </a:xfrm>
          <a:prstGeom prst="line">
            <a:avLst/>
          </a:prstGeom>
          <a:ln w="12700">
            <a:solidFill>
              <a:srgbClr val="0B66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5C17E4DF-72A7-9492-1A44-B98F77969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377744"/>
            <a:ext cx="1066800" cy="40187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2350152-E891-CA5F-6D94-677A461C68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4000" y="377744"/>
            <a:ext cx="1168400" cy="302574"/>
          </a:xfrm>
          <a:prstGeom prst="rect">
            <a:avLst/>
          </a:prstGeom>
        </p:spPr>
      </p:pic>
      <p:pic>
        <p:nvPicPr>
          <p:cNvPr id="4" name="Picture 3" descr="A blue and white bus parked on a street&#10;&#10;AI-generated content may be incorrect.">
            <a:extLst>
              <a:ext uri="{FF2B5EF4-FFF2-40B4-BE49-F238E27FC236}">
                <a16:creationId xmlns:a16="http://schemas.microsoft.com/office/drawing/2014/main" id="{27DF5B7E-A8C7-0E34-D649-4BD689F3AB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966" y="2164715"/>
            <a:ext cx="3383056" cy="190296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4260AD2-F174-4EBF-5EE7-5A33D834A727}"/>
              </a:ext>
            </a:extLst>
          </p:cNvPr>
          <p:cNvGrpSpPr/>
          <p:nvPr/>
        </p:nvGrpSpPr>
        <p:grpSpPr>
          <a:xfrm>
            <a:off x="193698" y="2164715"/>
            <a:ext cx="3383055" cy="3854706"/>
            <a:chOff x="3988568" y="2201054"/>
            <a:chExt cx="3383055" cy="3854706"/>
          </a:xfrm>
        </p:grpSpPr>
        <p:pic>
          <p:nvPicPr>
            <p:cNvPr id="12" name="Picture 11" descr="A black truck parked on a street&#10;&#10;AI-generated content may be incorrect.">
              <a:extLst>
                <a:ext uri="{FF2B5EF4-FFF2-40B4-BE49-F238E27FC236}">
                  <a16:creationId xmlns:a16="http://schemas.microsoft.com/office/drawing/2014/main" id="{78FD3E59-7D59-AC11-4C20-3D7ADBA32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8568" y="2201054"/>
              <a:ext cx="3383055" cy="1902969"/>
            </a:xfrm>
            <a:prstGeom prst="rect">
              <a:avLst/>
            </a:prstGeom>
          </p:spPr>
        </p:pic>
        <p:pic>
          <p:nvPicPr>
            <p:cNvPr id="27" name="Picture 26" descr="A black truck parked in a parking lot&#10;&#10;AI-generated content may be incorrect.">
              <a:extLst>
                <a:ext uri="{FF2B5EF4-FFF2-40B4-BE49-F238E27FC236}">
                  <a16:creationId xmlns:a16="http://schemas.microsoft.com/office/drawing/2014/main" id="{040A1D75-BB62-6D45-8768-962345583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8568" y="4163418"/>
              <a:ext cx="3364162" cy="1892342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0E2334F-EC2A-E017-F361-934BD8C594B0}"/>
              </a:ext>
            </a:extLst>
          </p:cNvPr>
          <p:cNvGrpSpPr/>
          <p:nvPr/>
        </p:nvGrpSpPr>
        <p:grpSpPr>
          <a:xfrm>
            <a:off x="3716904" y="2287676"/>
            <a:ext cx="2598171" cy="3188958"/>
            <a:chOff x="4025114" y="2201053"/>
            <a:chExt cx="3331194" cy="318895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AA71EE-24B1-4DE3-2821-1519C68CC600}"/>
                </a:ext>
              </a:extLst>
            </p:cNvPr>
            <p:cNvSpPr txBox="1"/>
            <p:nvPr/>
          </p:nvSpPr>
          <p:spPr>
            <a:xfrm>
              <a:off x="4025114" y="2805420"/>
              <a:ext cx="297219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 </a:t>
              </a:r>
              <a:r>
                <a:rPr lang="en-ID" sz="28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Kab</a:t>
              </a:r>
              <a:r>
                <a:rPr lang="en-ID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/Kota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F8C3ED-002B-7EB9-0FA2-BB56DC3CDE25}"/>
                </a:ext>
              </a:extLst>
            </p:cNvPr>
            <p:cNvSpPr txBox="1"/>
            <p:nvPr/>
          </p:nvSpPr>
          <p:spPr>
            <a:xfrm>
              <a:off x="4025114" y="2201053"/>
              <a:ext cx="289416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b="1" dirty="0" err="1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Kabupaten</a:t>
              </a:r>
              <a:r>
                <a:rPr lang="en-ID" b="1" dirty="0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/Kota </a:t>
              </a:r>
              <a:r>
                <a:rPr lang="en-ID" b="1" dirty="0" err="1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Terdampak</a:t>
              </a:r>
              <a:endParaRPr lang="en-ID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12EBE1-88E2-4432-9D0E-407FEA2C24D1}"/>
                </a:ext>
              </a:extLst>
            </p:cNvPr>
            <p:cNvSpPr txBox="1"/>
            <p:nvPr/>
          </p:nvSpPr>
          <p:spPr>
            <a:xfrm>
              <a:off x="4025114" y="4731176"/>
              <a:ext cx="2623244" cy="6588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D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Rp.10,8 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A630278-57C8-881B-15DB-1B10983AD881}"/>
                </a:ext>
              </a:extLst>
            </p:cNvPr>
            <p:cNvSpPr txBox="1"/>
            <p:nvPr/>
          </p:nvSpPr>
          <p:spPr>
            <a:xfrm>
              <a:off x="4025114" y="4556254"/>
              <a:ext cx="24253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1600" b="1" dirty="0" err="1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Estimasi</a:t>
              </a:r>
              <a:r>
                <a:rPr lang="en-ID" sz="1600" b="1" dirty="0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D" sz="1600" b="1" dirty="0" err="1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Biaya</a:t>
              </a:r>
              <a:endParaRPr lang="en-ID" sz="1600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D4CA54F-17F3-D12A-012F-728B32F87206}"/>
                </a:ext>
              </a:extLst>
            </p:cNvPr>
            <p:cNvSpPr txBox="1"/>
            <p:nvPr/>
          </p:nvSpPr>
          <p:spPr>
            <a:xfrm>
              <a:off x="4025114" y="4007000"/>
              <a:ext cx="333119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 </a:t>
              </a:r>
              <a:r>
                <a:rPr lang="en-ID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Unit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049CAE-7025-8227-8E49-3543D2012EA6}"/>
                </a:ext>
              </a:extLst>
            </p:cNvPr>
            <p:cNvSpPr txBox="1"/>
            <p:nvPr/>
          </p:nvSpPr>
          <p:spPr>
            <a:xfrm>
              <a:off x="4025115" y="3433066"/>
              <a:ext cx="289416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b="1" dirty="0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 </a:t>
              </a:r>
              <a:r>
                <a:rPr lang="en-ID" b="1" dirty="0" err="1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Kebutuhan</a:t>
              </a:r>
              <a:r>
                <a:rPr lang="en-ID" b="1" dirty="0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D" b="1" dirty="0" err="1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Kendaraan</a:t>
              </a:r>
              <a:endParaRPr lang="en-ID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95D9789-E4BB-CD20-E14E-562CFF97DD29}"/>
              </a:ext>
            </a:extLst>
          </p:cNvPr>
          <p:cNvGrpSpPr/>
          <p:nvPr/>
        </p:nvGrpSpPr>
        <p:grpSpPr>
          <a:xfrm>
            <a:off x="9672753" y="2164715"/>
            <a:ext cx="2598171" cy="3188958"/>
            <a:chOff x="4025114" y="2201053"/>
            <a:chExt cx="3331194" cy="318895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3EC1A9E-A2BF-C234-3728-3FEB02515D6F}"/>
                </a:ext>
              </a:extLst>
            </p:cNvPr>
            <p:cNvSpPr txBox="1"/>
            <p:nvPr/>
          </p:nvSpPr>
          <p:spPr>
            <a:xfrm>
              <a:off x="4025114" y="2805420"/>
              <a:ext cx="297219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 </a:t>
              </a:r>
              <a:r>
                <a:rPr lang="en-ID" sz="28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Kab</a:t>
              </a:r>
              <a:r>
                <a:rPr lang="en-ID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/Kota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D267FFA-300F-6310-E03C-63D440FD6B3E}"/>
                </a:ext>
              </a:extLst>
            </p:cNvPr>
            <p:cNvSpPr txBox="1"/>
            <p:nvPr/>
          </p:nvSpPr>
          <p:spPr>
            <a:xfrm>
              <a:off x="4025114" y="2201053"/>
              <a:ext cx="289416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b="1" dirty="0" err="1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Kabupaten</a:t>
              </a:r>
              <a:r>
                <a:rPr lang="en-ID" b="1" dirty="0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/Kota </a:t>
              </a:r>
              <a:r>
                <a:rPr lang="en-ID" b="1" dirty="0" err="1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Terdampak</a:t>
              </a:r>
              <a:endParaRPr lang="en-ID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D569FC0-61A1-A0AD-B106-EBAB343A47AF}"/>
                </a:ext>
              </a:extLst>
            </p:cNvPr>
            <p:cNvSpPr txBox="1"/>
            <p:nvPr/>
          </p:nvSpPr>
          <p:spPr>
            <a:xfrm>
              <a:off x="4025114" y="4731176"/>
              <a:ext cx="2223015" cy="6588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D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Rp.90 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B81F098-4CBC-3719-C2B4-7595D89C0C75}"/>
                </a:ext>
              </a:extLst>
            </p:cNvPr>
            <p:cNvSpPr txBox="1"/>
            <p:nvPr/>
          </p:nvSpPr>
          <p:spPr>
            <a:xfrm>
              <a:off x="4025114" y="4556254"/>
              <a:ext cx="24253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1600" b="1" dirty="0" err="1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Estimasi</a:t>
              </a:r>
              <a:r>
                <a:rPr lang="en-ID" sz="1600" b="1" dirty="0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D" sz="1600" b="1" dirty="0" err="1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Biaya</a:t>
              </a:r>
              <a:endParaRPr lang="en-ID" sz="1600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13DE86-6977-F26A-8AD4-CCAA9B6FFB03}"/>
                </a:ext>
              </a:extLst>
            </p:cNvPr>
            <p:cNvSpPr txBox="1"/>
            <p:nvPr/>
          </p:nvSpPr>
          <p:spPr>
            <a:xfrm>
              <a:off x="4025114" y="4007000"/>
              <a:ext cx="333119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r>
                <a:rPr lang="en-ID" sz="2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Unit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0683E19-7891-2371-9FED-2A28B5B7E18D}"/>
                </a:ext>
              </a:extLst>
            </p:cNvPr>
            <p:cNvSpPr txBox="1"/>
            <p:nvPr/>
          </p:nvSpPr>
          <p:spPr>
            <a:xfrm>
              <a:off x="4025115" y="3433066"/>
              <a:ext cx="289416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b="1" dirty="0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 </a:t>
              </a:r>
              <a:r>
                <a:rPr lang="en-ID" b="1" dirty="0" err="1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Kebutuhan</a:t>
              </a:r>
              <a:r>
                <a:rPr lang="en-ID" b="1" dirty="0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ID" b="1" dirty="0" err="1">
                  <a:solidFill>
                    <a:srgbClr val="1F4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Kendaraan</a:t>
              </a:r>
              <a:endParaRPr lang="en-ID" dirty="0">
                <a:solidFill>
                  <a:srgbClr val="1F48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172206C-7F69-B17B-0710-5A950E21DDF0}"/>
              </a:ext>
            </a:extLst>
          </p:cNvPr>
          <p:cNvGrpSpPr/>
          <p:nvPr/>
        </p:nvGrpSpPr>
        <p:grpSpPr>
          <a:xfrm>
            <a:off x="215194" y="1693082"/>
            <a:ext cx="5547714" cy="369332"/>
            <a:chOff x="215194" y="1693082"/>
            <a:chExt cx="5547714" cy="369332"/>
          </a:xfrm>
        </p:grpSpPr>
        <p:sp>
          <p:nvSpPr>
            <p:cNvPr id="39" name="TextBox 13">
              <a:extLst>
                <a:ext uri="{FF2B5EF4-FFF2-40B4-BE49-F238E27FC236}">
                  <a16:creationId xmlns:a16="http://schemas.microsoft.com/office/drawing/2014/main" id="{0DA98EA8-8C90-03C7-99F5-FB7F3C9B342F}"/>
                </a:ext>
              </a:extLst>
            </p:cNvPr>
            <p:cNvSpPr txBox="1"/>
            <p:nvPr/>
          </p:nvSpPr>
          <p:spPr>
            <a:xfrm>
              <a:off x="215194" y="1693082"/>
              <a:ext cx="3028950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Mobil 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Patroli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6A90952-C4C7-F386-D88C-9258ED0BDD7E}"/>
                </a:ext>
              </a:extLst>
            </p:cNvPr>
            <p:cNvCxnSpPr>
              <a:cxnSpLocks/>
            </p:cNvCxnSpPr>
            <p:nvPr/>
          </p:nvCxnSpPr>
          <p:spPr>
            <a:xfrm>
              <a:off x="2202429" y="1911337"/>
              <a:ext cx="3560479" cy="16002"/>
            </a:xfrm>
            <a:prstGeom prst="line">
              <a:avLst/>
            </a:prstGeom>
            <a:ln>
              <a:solidFill>
                <a:srgbClr val="1F48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533C0AF-0784-AC90-B15F-76A0123CE576}"/>
              </a:ext>
            </a:extLst>
          </p:cNvPr>
          <p:cNvGrpSpPr/>
          <p:nvPr/>
        </p:nvGrpSpPr>
        <p:grpSpPr>
          <a:xfrm>
            <a:off x="6151966" y="1637795"/>
            <a:ext cx="5547714" cy="369332"/>
            <a:chOff x="215194" y="1693082"/>
            <a:chExt cx="5547714" cy="369332"/>
          </a:xfrm>
        </p:grpSpPr>
        <p:sp>
          <p:nvSpPr>
            <p:cNvPr id="49" name="TextBox 13">
              <a:extLst>
                <a:ext uri="{FF2B5EF4-FFF2-40B4-BE49-F238E27FC236}">
                  <a16:creationId xmlns:a16="http://schemas.microsoft.com/office/drawing/2014/main" id="{949A31AE-0E0D-4B0D-B70A-F4129034D134}"/>
                </a:ext>
              </a:extLst>
            </p:cNvPr>
            <p:cNvSpPr txBox="1"/>
            <p:nvPr/>
          </p:nvSpPr>
          <p:spPr>
            <a:xfrm>
              <a:off x="215194" y="1693082"/>
              <a:ext cx="3028950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Bus 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 Bold"/>
                  <a:cs typeface="Arial" panose="020B0604020202020204" pitchFamily="34" charset="0"/>
                  <a:sym typeface="Arial Bold"/>
                </a:rPr>
                <a:t>Sekolah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9FC2705-A360-6478-4992-4C09ED9DFB44}"/>
                </a:ext>
              </a:extLst>
            </p:cNvPr>
            <p:cNvCxnSpPr>
              <a:cxnSpLocks/>
            </p:cNvCxnSpPr>
            <p:nvPr/>
          </p:nvCxnSpPr>
          <p:spPr>
            <a:xfrm>
              <a:off x="2202429" y="1911337"/>
              <a:ext cx="3560479" cy="16002"/>
            </a:xfrm>
            <a:prstGeom prst="line">
              <a:avLst/>
            </a:prstGeom>
            <a:ln>
              <a:solidFill>
                <a:srgbClr val="1F48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" name="Picture 51" descr="Two buses under a roof&#10;&#10;AI-generated content may be incorrect.">
            <a:extLst>
              <a:ext uri="{FF2B5EF4-FFF2-40B4-BE49-F238E27FC236}">
                <a16:creationId xmlns:a16="http://schemas.microsoft.com/office/drawing/2014/main" id="{ABA2FE36-FDD9-F1FF-F059-2F96BDD155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10" b="5499"/>
          <a:stretch>
            <a:fillRect/>
          </a:stretch>
        </p:blipFill>
        <p:spPr>
          <a:xfrm>
            <a:off x="6141456" y="4143081"/>
            <a:ext cx="3395846" cy="184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61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670</Words>
  <Application>Microsoft Office PowerPoint</Application>
  <PresentationFormat>Widescreen</PresentationFormat>
  <Paragraphs>266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Yudi Candra</dc:creator>
  <cp:lastModifiedBy>B 54349</cp:lastModifiedBy>
  <cp:revision>26</cp:revision>
  <dcterms:created xsi:type="dcterms:W3CDTF">2025-12-12T03:05:07Z</dcterms:created>
  <dcterms:modified xsi:type="dcterms:W3CDTF">2025-12-19T04:35:19Z</dcterms:modified>
</cp:coreProperties>
</file>